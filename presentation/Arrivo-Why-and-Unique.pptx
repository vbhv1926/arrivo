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c0790444-03b2-f795-b3f1-5a234224a371}">
          <p14:sldIdLst>
            <p14:sldId id="256"/>
          </p14:sldIdLst>
        </p14:section>
        <p14:section name="Why it was made" id="{c10c83a8-10d3-a0c1-0585-23a4b3b13bf9}">
          <p14:sldIdLst>
            <p14:sldId id="257"/>
            <p14:sldId id="258"/>
            <p14:sldId id="259"/>
            <p14:sldId id="260"/>
            <p14:sldId id="261"/>
            <p14:sldId id="262"/>
          </p14:sldIdLst>
        </p14:section>
        <p14:section name="What makes it unique" id="{73161729-d96a-7413-8bf5-98243155fa7e}">
          <p14:sldIdLst>
            <p14:sldId id="263"/>
            <p14:sldId id="264"/>
            <p14:sldId id="265"/>
            <p14:sldId id="266"/>
            <p14:sldId id="267"/>
            <p14:sldId id="268"/>
            <p14:sldId id="269"/>
          </p14:sldIdLst>
        </p14:section>
        <p14:section name="Close" id="{2c541061-c15e-01b7-c97c-de8f6d0ec2c2}">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short companion deck to our main pitch. It answers the two questions we get asked most: why did we build Arrivo, and what makes it different from what already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why it was made. The short version: we were the people circling the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it started. Lectures at KIET start at ten. At 9:58 the main lot looks full from the gate, so everyone drives in and circles. The frustrating part: there were usually free bays, we just couldn't see them. And it's not just us: studies find about 30% of traffic in busy centres is people looking for parking, and INRIX measured 17 hours a year per driver.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circling actually costs: time (you're late for class), fuel and pollution (a car crawling in first gear right next to the buildings), safety (a driver looking for a gap isn't looking for people), and space (bays sit empty because nobody can see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looked at what already exists. Map apps tell you a lot exists, not which bay is free. Sensor systems can count free bays, but they need hardware in every single bay, which is expensive for a campus. A guard and a register can't take bookings. And leaving home early just trades circling for waiting. Every option stops one step short of what a driver actually needs: one exact bay, held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spark was simple. Everyone already knows how to book a seat for a film: you see the hall, grey seats are taken, you tap a free one. We asked why parking can't work the same way. A lot is just a hall of seats for cars. So: seat F12 becomes bay A-14, the show time becomes your arrival time, and the ticket becomes a bay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that we set five goals: show every bay live, let you book a time window, make double booking impossible, need no hardware in the lot, and work on any phone without an app. Every feature in Arrivo comes from one of these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what makes it unique. There are five things, and the next slides take them one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unique thing: it's the real lot. Other apps show a pin on a map. We traced the KIET main lot from a satellite photo at true scale, so all 96 bays are where they really are, in five rows, each about 2.5 by 5 metres, each with its own name and type. When you book A-14, you know exactly where A-14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the X-ray lens. It's a magnifier you pick up and drag over the plan. Under the glass every bay lights up by its status (free, booked, ending soon, reserved) on top of the real satellite photo, and a small card tells you exactly what the bay under the crosshair is doing. Let go on a bay and it opens. We haven't seen this in any parking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you book a time, not just a spot. Pick when you arrive and how long you stay; the strip shows the whole day, and any window that would overlap someone else's booking is crossed out so you can't pick it. If you're late, the bay waits 15 minutes. You get a bay pass with a code to show at the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Fourth: it's live and it's fair. If two people tap the same bay at the same moment, the server checks both inside one locked step and the database refuses overlapping bookings, so exactly one person gets it and the other is told straight away. And every open screen, on any phone, updates within about a second, so everyone sees the same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Fifth: there's nothing to install. No sensors or cameras in the lot, so a campus can start tomorrow. The server is a single Python file. And for drivers it's just a website: no app, no sign-up. On top of that there's a 3D view of the campus, dark mode, and privacy by default: other people's number plates are masked.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Side by side. Map apps don't know about individual bays. Sensor systems can tell you a bay is free, but you can't book it and they need hardware everywhere. A guard can't take bookings. Arrivo is the only one that ticks every row: exact bay, book ahead, choose your hours, no double booking, no hardware, any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we built Arrivo because the 9:58 scramble kept happening to us. What makes it unique is that you can see, book and hold one exact bay before you leave home, with no hardware in the lot. It supports SDG 11 (sustainable cities) and SDG 13 (less idling and fuel). 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4F4F1"/>
        </a:solidFill>
      </p:bgPr>
    </p:bg>
    <p:spTree>
      <p:nvGrpSpPr>
        <p:cNvPr id="1" name=""/>
        <p:cNvGrpSpPr/>
        <p:nvPr/>
      </p:nvGrpSpPr>
      <p:grpSpPr>
        <a:xfrm>
          <a:off x="0" y="0"/>
          <a:ext cx="0" cy="0"/>
          <a:chOff x="0" y="0"/>
          <a:chExt cx="0" cy="0"/>
        </a:xfrm>
      </p:grpSpPr>
      <p:sp>
        <p:nvSpPr>
          <p:cNvPr id="2" name="Text 0"/>
          <p:cNvSpPr/>
          <p:nvPr/>
        </p:nvSpPr>
        <p:spPr>
          <a:xfrm>
            <a:off x="762000" y="215900"/>
            <a:ext cx="889000" cy="254000"/>
          </a:xfrm>
          <a:prstGeom prst="rect">
            <a:avLst/>
          </a:prstGeom>
          <a:noFill/>
          <a:ln/>
        </p:spPr>
        <p:txBody>
          <a:bodyPr wrap="square" lIns="0" tIns="0" rIns="0" bIns="0" rtlCol="0" anchor="ctr"/>
          <a:lstStyle/>
          <a:p>
            <a:pPr indent="0" marL="0">
              <a:buNone/>
            </a:pPr>
            <a:r>
              <a:rPr lang="en-US" sz="1700" spc="-60" kern="0" dirty="0">
                <a:solidFill>
                  <a:srgbClr val="121214"/>
                </a:solidFill>
                <a:latin typeface="Segoe UI Semibold" pitchFamily="34" charset="0"/>
                <a:ea typeface="Segoe UI Semibold" pitchFamily="34" charset="-122"/>
                <a:cs typeface="Segoe UI Semibold" pitchFamily="34" charset="-120"/>
              </a:rPr>
              <a:t>arrivo</a:t>
            </a:r>
            <a:endParaRPr lang="en-US" sz="1700" dirty="0"/>
          </a:p>
        </p:txBody>
      </p:sp>
      <p:pic>
        <p:nvPicPr>
          <p:cNvPr id="3" name="Image 0" descr="C:\Users\vansh\Downloads\Vishu 2\presentation-build\crops\dot.png">    </p:cNvPr>
          <p:cNvPicPr>
            <a:picLocks noChangeAspect="1"/>
          </p:cNvPicPr>
          <p:nvPr/>
        </p:nvPicPr>
        <p:blipFill>
          <a:blip r:embed="rId1"/>
          <a:stretch>
            <a:fillRect/>
          </a:stretch>
        </p:blipFill>
        <p:spPr>
          <a:xfrm>
            <a:off x="1327150" y="361950"/>
            <a:ext cx="57150" cy="57150"/>
          </a:xfrm>
          <a:prstGeom prst="rect">
            <a:avLst/>
          </a:prstGeom>
        </p:spPr>
      </p:pic>
      <p:sp>
        <p:nvSpPr>
          <p:cNvPr id="4" name="Text 1"/>
          <p:cNvSpPr/>
          <p:nvPr/>
        </p:nvSpPr>
        <p:spPr>
          <a:xfrm>
            <a:off x="1790700" y="215900"/>
            <a:ext cx="1905000" cy="254000"/>
          </a:xfrm>
          <a:prstGeom prst="rect">
            <a:avLst/>
          </a:prstGeom>
          <a:noFill/>
          <a:ln/>
        </p:spPr>
        <p:txBody>
          <a:bodyPr wrap="square" lIns="0" tIns="0" rIns="0" bIns="0" rtlCol="0" anchor="ctr"/>
          <a:lstStyle/>
          <a:p>
            <a:pPr indent="0" marL="0">
              <a:buNone/>
            </a:pPr>
            <a:r>
              <a:rPr lang="en-US" sz="900" dirty="0">
                <a:solidFill>
                  <a:srgbClr val="9A9AA1"/>
                </a:solidFill>
                <a:latin typeface="Consolas" pitchFamily="34" charset="0"/>
                <a:ea typeface="Consolas" pitchFamily="34" charset="-122"/>
                <a:cs typeface="Consolas" pitchFamily="34" charset="-120"/>
              </a:rPr>
              <a:t>INNOTECH'26 · Cat 6</a:t>
            </a:r>
            <a:endParaRPr lang="en-US" sz="900" dirty="0"/>
          </a:p>
        </p:txBody>
      </p:sp>
      <p:sp>
        <p:nvSpPr>
          <p:cNvPr id="5" name="Shape 2"/>
          <p:cNvSpPr/>
          <p:nvPr/>
        </p:nvSpPr>
        <p:spPr>
          <a:xfrm>
            <a:off x="0" y="6642100"/>
            <a:ext cx="12192000" cy="0"/>
          </a:xfrm>
          <a:prstGeom prst="line">
            <a:avLst/>
          </a:prstGeom>
          <a:noFill/>
          <a:ln w="9525">
            <a:solidFill>
              <a:srgbClr val="C9C9C4"/>
            </a:solidFill>
            <a:prstDash val="solid"/>
          </a:ln>
        </p:spPr>
      </p:sp>
      <p:sp>
        <p:nvSpPr>
          <p:cNvPr id="6" name="Shape 3"/>
          <p:cNvSpPr/>
          <p:nvPr/>
        </p:nvSpPr>
        <p:spPr>
          <a:xfrm>
            <a:off x="762000" y="6565900"/>
            <a:ext cx="0" cy="76200"/>
          </a:xfrm>
          <a:prstGeom prst="line">
            <a:avLst/>
          </a:prstGeom>
          <a:noFill/>
          <a:ln w="9525">
            <a:solidFill>
              <a:srgbClr val="C9C9C4"/>
            </a:solidFill>
            <a:prstDash val="solid"/>
          </a:ln>
        </p:spPr>
      </p:sp>
      <p:sp>
        <p:nvSpPr>
          <p:cNvPr id="7" name="Shape 4"/>
          <p:cNvSpPr/>
          <p:nvPr/>
        </p:nvSpPr>
        <p:spPr>
          <a:xfrm>
            <a:off x="1524000" y="6565900"/>
            <a:ext cx="0" cy="76200"/>
          </a:xfrm>
          <a:prstGeom prst="line">
            <a:avLst/>
          </a:prstGeom>
          <a:noFill/>
          <a:ln w="9525">
            <a:solidFill>
              <a:srgbClr val="C9C9C4"/>
            </a:solidFill>
            <a:prstDash val="solid"/>
          </a:ln>
        </p:spPr>
      </p:sp>
      <p:sp>
        <p:nvSpPr>
          <p:cNvPr id="8" name="Shape 5"/>
          <p:cNvSpPr/>
          <p:nvPr/>
        </p:nvSpPr>
        <p:spPr>
          <a:xfrm>
            <a:off x="2286000" y="6565900"/>
            <a:ext cx="0" cy="76200"/>
          </a:xfrm>
          <a:prstGeom prst="line">
            <a:avLst/>
          </a:prstGeom>
          <a:noFill/>
          <a:ln w="9525">
            <a:solidFill>
              <a:srgbClr val="C9C9C4"/>
            </a:solidFill>
            <a:prstDash val="solid"/>
          </a:ln>
        </p:spPr>
      </p:sp>
      <p:sp>
        <p:nvSpPr>
          <p:cNvPr id="9" name="Shape 6"/>
          <p:cNvSpPr/>
          <p:nvPr/>
        </p:nvSpPr>
        <p:spPr>
          <a:xfrm>
            <a:off x="3048000" y="6565900"/>
            <a:ext cx="0" cy="76200"/>
          </a:xfrm>
          <a:prstGeom prst="line">
            <a:avLst/>
          </a:prstGeom>
          <a:noFill/>
          <a:ln w="9525">
            <a:solidFill>
              <a:srgbClr val="C9C9C4"/>
            </a:solidFill>
            <a:prstDash val="solid"/>
          </a:ln>
        </p:spPr>
      </p:sp>
      <p:sp>
        <p:nvSpPr>
          <p:cNvPr id="10" name="Shape 7"/>
          <p:cNvSpPr/>
          <p:nvPr/>
        </p:nvSpPr>
        <p:spPr>
          <a:xfrm>
            <a:off x="3810000" y="6565900"/>
            <a:ext cx="0" cy="76200"/>
          </a:xfrm>
          <a:prstGeom prst="line">
            <a:avLst/>
          </a:prstGeom>
          <a:noFill/>
          <a:ln w="9525">
            <a:solidFill>
              <a:srgbClr val="C9C9C4"/>
            </a:solidFill>
            <a:prstDash val="solid"/>
          </a:ln>
        </p:spPr>
      </p:sp>
      <p:sp>
        <p:nvSpPr>
          <p:cNvPr id="11" name="Shape 8"/>
          <p:cNvSpPr/>
          <p:nvPr/>
        </p:nvSpPr>
        <p:spPr>
          <a:xfrm>
            <a:off x="4572000" y="6565900"/>
            <a:ext cx="0" cy="76200"/>
          </a:xfrm>
          <a:prstGeom prst="line">
            <a:avLst/>
          </a:prstGeom>
          <a:noFill/>
          <a:ln w="9525">
            <a:solidFill>
              <a:srgbClr val="C9C9C4"/>
            </a:solidFill>
            <a:prstDash val="solid"/>
          </a:ln>
        </p:spPr>
      </p:sp>
      <p:sp>
        <p:nvSpPr>
          <p:cNvPr id="12" name="Shape 9"/>
          <p:cNvSpPr/>
          <p:nvPr/>
        </p:nvSpPr>
        <p:spPr>
          <a:xfrm>
            <a:off x="5334000" y="6565900"/>
            <a:ext cx="0" cy="76200"/>
          </a:xfrm>
          <a:prstGeom prst="line">
            <a:avLst/>
          </a:prstGeom>
          <a:noFill/>
          <a:ln w="9525">
            <a:solidFill>
              <a:srgbClr val="C9C9C4"/>
            </a:solidFill>
            <a:prstDash val="solid"/>
          </a:ln>
        </p:spPr>
      </p:sp>
      <p:sp>
        <p:nvSpPr>
          <p:cNvPr id="13" name="Shape 10"/>
          <p:cNvSpPr/>
          <p:nvPr/>
        </p:nvSpPr>
        <p:spPr>
          <a:xfrm>
            <a:off x="6096000" y="6565900"/>
            <a:ext cx="0" cy="76200"/>
          </a:xfrm>
          <a:prstGeom prst="line">
            <a:avLst/>
          </a:prstGeom>
          <a:noFill/>
          <a:ln w="9525">
            <a:solidFill>
              <a:srgbClr val="C9C9C4"/>
            </a:solidFill>
            <a:prstDash val="solid"/>
          </a:ln>
        </p:spPr>
      </p:sp>
      <p:sp>
        <p:nvSpPr>
          <p:cNvPr id="14" name="Shape 11"/>
          <p:cNvSpPr/>
          <p:nvPr/>
        </p:nvSpPr>
        <p:spPr>
          <a:xfrm>
            <a:off x="6858000" y="6565900"/>
            <a:ext cx="0" cy="76200"/>
          </a:xfrm>
          <a:prstGeom prst="line">
            <a:avLst/>
          </a:prstGeom>
          <a:noFill/>
          <a:ln w="9525">
            <a:solidFill>
              <a:srgbClr val="C9C9C4"/>
            </a:solidFill>
            <a:prstDash val="solid"/>
          </a:ln>
        </p:spPr>
      </p:sp>
      <p:sp>
        <p:nvSpPr>
          <p:cNvPr id="15" name="Shape 12"/>
          <p:cNvSpPr/>
          <p:nvPr/>
        </p:nvSpPr>
        <p:spPr>
          <a:xfrm>
            <a:off x="7620000" y="6565900"/>
            <a:ext cx="0" cy="76200"/>
          </a:xfrm>
          <a:prstGeom prst="line">
            <a:avLst/>
          </a:prstGeom>
          <a:noFill/>
          <a:ln w="9525">
            <a:solidFill>
              <a:srgbClr val="C9C9C4"/>
            </a:solidFill>
            <a:prstDash val="solid"/>
          </a:ln>
        </p:spPr>
      </p:sp>
      <p:sp>
        <p:nvSpPr>
          <p:cNvPr id="16" name="Shape 13"/>
          <p:cNvSpPr/>
          <p:nvPr/>
        </p:nvSpPr>
        <p:spPr>
          <a:xfrm>
            <a:off x="8382000" y="6565900"/>
            <a:ext cx="0" cy="76200"/>
          </a:xfrm>
          <a:prstGeom prst="line">
            <a:avLst/>
          </a:prstGeom>
          <a:noFill/>
          <a:ln w="9525">
            <a:solidFill>
              <a:srgbClr val="C9C9C4"/>
            </a:solidFill>
            <a:prstDash val="solid"/>
          </a:ln>
        </p:spPr>
      </p:sp>
      <p:sp>
        <p:nvSpPr>
          <p:cNvPr id="17" name="Shape 14"/>
          <p:cNvSpPr/>
          <p:nvPr/>
        </p:nvSpPr>
        <p:spPr>
          <a:xfrm>
            <a:off x="9144000" y="6565900"/>
            <a:ext cx="0" cy="76200"/>
          </a:xfrm>
          <a:prstGeom prst="line">
            <a:avLst/>
          </a:prstGeom>
          <a:noFill/>
          <a:ln w="9525">
            <a:solidFill>
              <a:srgbClr val="C9C9C4"/>
            </a:solidFill>
            <a:prstDash val="solid"/>
          </a:ln>
        </p:spPr>
      </p:sp>
      <p:sp>
        <p:nvSpPr>
          <p:cNvPr id="18" name="Shape 15"/>
          <p:cNvSpPr/>
          <p:nvPr/>
        </p:nvSpPr>
        <p:spPr>
          <a:xfrm>
            <a:off x="9906000" y="6565900"/>
            <a:ext cx="0" cy="76200"/>
          </a:xfrm>
          <a:prstGeom prst="line">
            <a:avLst/>
          </a:prstGeom>
          <a:noFill/>
          <a:ln w="9525">
            <a:solidFill>
              <a:srgbClr val="C9C9C4"/>
            </a:solidFill>
            <a:prstDash val="solid"/>
          </a:ln>
        </p:spPr>
      </p:sp>
      <p:sp>
        <p:nvSpPr>
          <p:cNvPr id="19" name="Shape 16"/>
          <p:cNvSpPr/>
          <p:nvPr/>
        </p:nvSpPr>
        <p:spPr>
          <a:xfrm>
            <a:off x="10668000" y="6565900"/>
            <a:ext cx="0" cy="76200"/>
          </a:xfrm>
          <a:prstGeom prst="line">
            <a:avLst/>
          </a:prstGeom>
          <a:noFill/>
          <a:ln w="9525">
            <a:solidFill>
              <a:srgbClr val="C9C9C4"/>
            </a:solidFill>
            <a:prstDash val="solid"/>
          </a:ln>
        </p:spPr>
      </p:sp>
      <p:sp>
        <p:nvSpPr>
          <p:cNvPr id="20" name="Shape 17"/>
          <p:cNvSpPr/>
          <p:nvPr/>
        </p:nvSpPr>
        <p:spPr>
          <a:xfrm>
            <a:off x="11430000" y="6565900"/>
            <a:ext cx="0" cy="76200"/>
          </a:xfrm>
          <a:prstGeom prst="line">
            <a:avLst/>
          </a:prstGeom>
          <a:noFill/>
          <a:ln w="9525">
            <a:solidFill>
              <a:srgbClr val="C9C9C4"/>
            </a:solidFill>
            <a:prstDash val="solid"/>
          </a:ln>
        </p:spPr>
      </p:sp>
      <p:sp>
        <p:nvSpPr>
          <p:cNvPr id="21" name="Text 18"/>
          <p:cNvSpPr/>
          <p:nvPr>
            <p:ph idx="119" type="body" hasCustomPrompt="1"/>
          </p:nvPr>
        </p:nvSpPr>
        <p:spPr>
          <a:xfrm>
            <a:off x="762000" y="952500"/>
            <a:ext cx="7620000" cy="254000"/>
          </a:xfrm>
          <a:prstGeom prst="rect">
            <a:avLst/>
          </a:prstGeom>
          <a:noFill/>
          <a:ln/>
        </p:spPr>
        <p:txBody>
          <a:bodyPr wrap="square" rtlCol="0"/>
          <a:lstStyle>
            <a:lvl1pPr algn="l" indent="0" marL="0">
              <a:buNone/>
              <a:defRPr lang="en-US" sz="1100" dirty="0">
                <a:solidFill>
                  <a:srgbClr val="62626A"/>
                </a:solidFill>
                <a:latin typeface="Consolas" pitchFamily="34" charset="0"/>
                <a:ea typeface="Consolas" pitchFamily="34" charset="-122"/>
                <a:cs typeface="Consolas" pitchFamily="34" charset="-120"/>
              </a:defRPr>
            </a:lvl1pPr>
          </a:lstStyle>
          <a:p>
            <a:pPr algn="l" indent="0" marL="0">
              <a:buNone/>
            </a:pPr>
            <a:endParaRPr lang="en-US" sz="1100" dirty="0"/>
          </a:p>
        </p:txBody>
      </p:sp>
      <p:sp>
        <p:nvSpPr>
          <p:cNvPr id="22" name="Text 18"/>
          <p:cNvSpPr/>
          <p:nvPr>
            <p:ph idx="120" type="title" hasCustomPrompt="1"/>
          </p:nvPr>
        </p:nvSpPr>
        <p:spPr>
          <a:xfrm>
            <a:off x="762000" y="1295400"/>
            <a:ext cx="10668000" cy="1460500"/>
          </a:xfrm>
          <a:prstGeom prst="rect">
            <a:avLst/>
          </a:prstGeom>
          <a:noFill/>
          <a:ln/>
        </p:spPr>
        <p:txBody>
          <a:bodyPr wrap="square" rtlCol="0"/>
          <a:lstStyle>
            <a:lvl1pPr algn="l" indent="0" marL="0">
              <a:lnSpc>
                <a:spcPct val="92000"/>
              </a:lnSpc>
              <a:buNone/>
              <a:defRPr lang="en-US" sz="4400" spc="-160" kern="0" dirty="0">
                <a:solidFill>
                  <a:srgbClr val="121214"/>
                </a:solidFill>
                <a:latin typeface="Segoe UI Semibold" pitchFamily="34" charset="0"/>
                <a:ea typeface="Segoe UI Semibold" pitchFamily="34" charset="-122"/>
                <a:cs typeface="Segoe UI Semibold" pitchFamily="34" charset="-120"/>
              </a:defRPr>
            </a:lvl1pPr>
          </a:lstStyle>
          <a:p>
            <a:pPr algn="l" indent="0" marL="0">
              <a:lnSpc>
                <a:spcPct val="92000"/>
              </a:lnSpc>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HALF">
    <p:bg>
      <p:bgPr>
        <a:solidFill>
          <a:srgbClr val="F4F4F1"/>
        </a:solidFill>
      </p:bgPr>
    </p:bg>
    <p:spTree>
      <p:nvGrpSpPr>
        <p:cNvPr id="1" name=""/>
        <p:cNvGrpSpPr/>
        <p:nvPr/>
      </p:nvGrpSpPr>
      <p:grpSpPr>
        <a:xfrm>
          <a:off x="0" y="0"/>
          <a:ext cx="0" cy="0"/>
          <a:chOff x="0" y="0"/>
          <a:chExt cx="0" cy="0"/>
        </a:xfrm>
      </p:grpSpPr>
      <p:sp>
        <p:nvSpPr>
          <p:cNvPr id="2" name="Text 0"/>
          <p:cNvSpPr/>
          <p:nvPr/>
        </p:nvSpPr>
        <p:spPr>
          <a:xfrm>
            <a:off x="762000" y="215900"/>
            <a:ext cx="889000" cy="254000"/>
          </a:xfrm>
          <a:prstGeom prst="rect">
            <a:avLst/>
          </a:prstGeom>
          <a:noFill/>
          <a:ln/>
        </p:spPr>
        <p:txBody>
          <a:bodyPr wrap="square" lIns="0" tIns="0" rIns="0" bIns="0" rtlCol="0" anchor="ctr"/>
          <a:lstStyle/>
          <a:p>
            <a:pPr indent="0" marL="0">
              <a:buNone/>
            </a:pPr>
            <a:r>
              <a:rPr lang="en-US" sz="1700" spc="-60" kern="0" dirty="0">
                <a:solidFill>
                  <a:srgbClr val="121214"/>
                </a:solidFill>
                <a:latin typeface="Segoe UI Semibold" pitchFamily="34" charset="0"/>
                <a:ea typeface="Segoe UI Semibold" pitchFamily="34" charset="-122"/>
                <a:cs typeface="Segoe UI Semibold" pitchFamily="34" charset="-120"/>
              </a:rPr>
              <a:t>arrivo</a:t>
            </a:r>
            <a:endParaRPr lang="en-US" sz="1700" dirty="0"/>
          </a:p>
        </p:txBody>
      </p:sp>
      <p:pic>
        <p:nvPicPr>
          <p:cNvPr id="3" name="Image 0" descr="C:\Users\vansh\Downloads\Vishu 2\presentation-build\crops\dot.png">    </p:cNvPr>
          <p:cNvPicPr>
            <a:picLocks noChangeAspect="1"/>
          </p:cNvPicPr>
          <p:nvPr/>
        </p:nvPicPr>
        <p:blipFill>
          <a:blip r:embed="rId1"/>
          <a:stretch>
            <a:fillRect/>
          </a:stretch>
        </p:blipFill>
        <p:spPr>
          <a:xfrm>
            <a:off x="1327150" y="361950"/>
            <a:ext cx="57150" cy="57150"/>
          </a:xfrm>
          <a:prstGeom prst="rect">
            <a:avLst/>
          </a:prstGeom>
        </p:spPr>
      </p:pic>
      <p:sp>
        <p:nvSpPr>
          <p:cNvPr id="4" name="Text 1"/>
          <p:cNvSpPr/>
          <p:nvPr/>
        </p:nvSpPr>
        <p:spPr>
          <a:xfrm>
            <a:off x="1790700" y="215900"/>
            <a:ext cx="1905000" cy="254000"/>
          </a:xfrm>
          <a:prstGeom prst="rect">
            <a:avLst/>
          </a:prstGeom>
          <a:noFill/>
          <a:ln/>
        </p:spPr>
        <p:txBody>
          <a:bodyPr wrap="square" lIns="0" tIns="0" rIns="0" bIns="0" rtlCol="0" anchor="ctr"/>
          <a:lstStyle/>
          <a:p>
            <a:pPr indent="0" marL="0">
              <a:buNone/>
            </a:pPr>
            <a:r>
              <a:rPr lang="en-US" sz="900" dirty="0">
                <a:solidFill>
                  <a:srgbClr val="9A9AA1"/>
                </a:solidFill>
                <a:latin typeface="Consolas" pitchFamily="34" charset="0"/>
                <a:ea typeface="Consolas" pitchFamily="34" charset="-122"/>
                <a:cs typeface="Consolas" pitchFamily="34" charset="-120"/>
              </a:rPr>
              <a:t>INNOTECH'26 · Cat 6</a:t>
            </a:r>
            <a:endParaRPr lang="en-US" sz="900" dirty="0"/>
          </a:p>
        </p:txBody>
      </p:sp>
      <p:sp>
        <p:nvSpPr>
          <p:cNvPr id="5" name="Shape 2"/>
          <p:cNvSpPr/>
          <p:nvPr/>
        </p:nvSpPr>
        <p:spPr>
          <a:xfrm>
            <a:off x="0" y="6642100"/>
            <a:ext cx="12192000" cy="0"/>
          </a:xfrm>
          <a:prstGeom prst="line">
            <a:avLst/>
          </a:prstGeom>
          <a:noFill/>
          <a:ln w="9525">
            <a:solidFill>
              <a:srgbClr val="C9C9C4"/>
            </a:solidFill>
            <a:prstDash val="solid"/>
          </a:ln>
        </p:spPr>
      </p:sp>
      <p:sp>
        <p:nvSpPr>
          <p:cNvPr id="6" name="Shape 3"/>
          <p:cNvSpPr/>
          <p:nvPr/>
        </p:nvSpPr>
        <p:spPr>
          <a:xfrm>
            <a:off x="762000" y="6565900"/>
            <a:ext cx="0" cy="76200"/>
          </a:xfrm>
          <a:prstGeom prst="line">
            <a:avLst/>
          </a:prstGeom>
          <a:noFill/>
          <a:ln w="9525">
            <a:solidFill>
              <a:srgbClr val="C9C9C4"/>
            </a:solidFill>
            <a:prstDash val="solid"/>
          </a:ln>
        </p:spPr>
      </p:sp>
      <p:sp>
        <p:nvSpPr>
          <p:cNvPr id="7" name="Shape 4"/>
          <p:cNvSpPr/>
          <p:nvPr/>
        </p:nvSpPr>
        <p:spPr>
          <a:xfrm>
            <a:off x="1524000" y="6565900"/>
            <a:ext cx="0" cy="76200"/>
          </a:xfrm>
          <a:prstGeom prst="line">
            <a:avLst/>
          </a:prstGeom>
          <a:noFill/>
          <a:ln w="9525">
            <a:solidFill>
              <a:srgbClr val="C9C9C4"/>
            </a:solidFill>
            <a:prstDash val="solid"/>
          </a:ln>
        </p:spPr>
      </p:sp>
      <p:sp>
        <p:nvSpPr>
          <p:cNvPr id="8" name="Shape 5"/>
          <p:cNvSpPr/>
          <p:nvPr/>
        </p:nvSpPr>
        <p:spPr>
          <a:xfrm>
            <a:off x="2286000" y="6565900"/>
            <a:ext cx="0" cy="76200"/>
          </a:xfrm>
          <a:prstGeom prst="line">
            <a:avLst/>
          </a:prstGeom>
          <a:noFill/>
          <a:ln w="9525">
            <a:solidFill>
              <a:srgbClr val="C9C9C4"/>
            </a:solidFill>
            <a:prstDash val="solid"/>
          </a:ln>
        </p:spPr>
      </p:sp>
      <p:sp>
        <p:nvSpPr>
          <p:cNvPr id="9" name="Shape 6"/>
          <p:cNvSpPr/>
          <p:nvPr/>
        </p:nvSpPr>
        <p:spPr>
          <a:xfrm>
            <a:off x="3048000" y="6565900"/>
            <a:ext cx="0" cy="76200"/>
          </a:xfrm>
          <a:prstGeom prst="line">
            <a:avLst/>
          </a:prstGeom>
          <a:noFill/>
          <a:ln w="9525">
            <a:solidFill>
              <a:srgbClr val="C9C9C4"/>
            </a:solidFill>
            <a:prstDash val="solid"/>
          </a:ln>
        </p:spPr>
      </p:sp>
      <p:sp>
        <p:nvSpPr>
          <p:cNvPr id="10" name="Shape 7"/>
          <p:cNvSpPr/>
          <p:nvPr/>
        </p:nvSpPr>
        <p:spPr>
          <a:xfrm>
            <a:off x="3810000" y="6565900"/>
            <a:ext cx="0" cy="76200"/>
          </a:xfrm>
          <a:prstGeom prst="line">
            <a:avLst/>
          </a:prstGeom>
          <a:noFill/>
          <a:ln w="9525">
            <a:solidFill>
              <a:srgbClr val="C9C9C4"/>
            </a:solidFill>
            <a:prstDash val="solid"/>
          </a:ln>
        </p:spPr>
      </p:sp>
      <p:sp>
        <p:nvSpPr>
          <p:cNvPr id="11" name="Shape 8"/>
          <p:cNvSpPr/>
          <p:nvPr/>
        </p:nvSpPr>
        <p:spPr>
          <a:xfrm>
            <a:off x="4572000" y="6565900"/>
            <a:ext cx="0" cy="76200"/>
          </a:xfrm>
          <a:prstGeom prst="line">
            <a:avLst/>
          </a:prstGeom>
          <a:noFill/>
          <a:ln w="9525">
            <a:solidFill>
              <a:srgbClr val="C9C9C4"/>
            </a:solidFill>
            <a:prstDash val="solid"/>
          </a:ln>
        </p:spPr>
      </p:sp>
      <p:sp>
        <p:nvSpPr>
          <p:cNvPr id="12" name="Shape 9"/>
          <p:cNvSpPr/>
          <p:nvPr/>
        </p:nvSpPr>
        <p:spPr>
          <a:xfrm>
            <a:off x="5334000" y="6565900"/>
            <a:ext cx="0" cy="76200"/>
          </a:xfrm>
          <a:prstGeom prst="line">
            <a:avLst/>
          </a:prstGeom>
          <a:noFill/>
          <a:ln w="9525">
            <a:solidFill>
              <a:srgbClr val="C9C9C4"/>
            </a:solidFill>
            <a:prstDash val="solid"/>
          </a:ln>
        </p:spPr>
      </p:sp>
      <p:sp>
        <p:nvSpPr>
          <p:cNvPr id="13" name="Shape 10"/>
          <p:cNvSpPr/>
          <p:nvPr/>
        </p:nvSpPr>
        <p:spPr>
          <a:xfrm>
            <a:off x="6096000" y="6565900"/>
            <a:ext cx="0" cy="76200"/>
          </a:xfrm>
          <a:prstGeom prst="line">
            <a:avLst/>
          </a:prstGeom>
          <a:noFill/>
          <a:ln w="9525">
            <a:solidFill>
              <a:srgbClr val="C9C9C4"/>
            </a:solidFill>
            <a:prstDash val="solid"/>
          </a:ln>
        </p:spPr>
      </p:sp>
      <p:sp>
        <p:nvSpPr>
          <p:cNvPr id="14" name="Shape 11"/>
          <p:cNvSpPr/>
          <p:nvPr/>
        </p:nvSpPr>
        <p:spPr>
          <a:xfrm>
            <a:off x="6858000" y="6565900"/>
            <a:ext cx="0" cy="76200"/>
          </a:xfrm>
          <a:prstGeom prst="line">
            <a:avLst/>
          </a:prstGeom>
          <a:noFill/>
          <a:ln w="9525">
            <a:solidFill>
              <a:srgbClr val="C9C9C4"/>
            </a:solidFill>
            <a:prstDash val="solid"/>
          </a:ln>
        </p:spPr>
      </p:sp>
      <p:sp>
        <p:nvSpPr>
          <p:cNvPr id="15" name="Shape 12"/>
          <p:cNvSpPr/>
          <p:nvPr/>
        </p:nvSpPr>
        <p:spPr>
          <a:xfrm>
            <a:off x="7620000" y="6565900"/>
            <a:ext cx="0" cy="76200"/>
          </a:xfrm>
          <a:prstGeom prst="line">
            <a:avLst/>
          </a:prstGeom>
          <a:noFill/>
          <a:ln w="9525">
            <a:solidFill>
              <a:srgbClr val="C9C9C4"/>
            </a:solidFill>
            <a:prstDash val="solid"/>
          </a:ln>
        </p:spPr>
      </p:sp>
      <p:sp>
        <p:nvSpPr>
          <p:cNvPr id="16" name="Shape 13"/>
          <p:cNvSpPr/>
          <p:nvPr/>
        </p:nvSpPr>
        <p:spPr>
          <a:xfrm>
            <a:off x="8382000" y="6565900"/>
            <a:ext cx="0" cy="76200"/>
          </a:xfrm>
          <a:prstGeom prst="line">
            <a:avLst/>
          </a:prstGeom>
          <a:noFill/>
          <a:ln w="9525">
            <a:solidFill>
              <a:srgbClr val="C9C9C4"/>
            </a:solidFill>
            <a:prstDash val="solid"/>
          </a:ln>
        </p:spPr>
      </p:sp>
      <p:sp>
        <p:nvSpPr>
          <p:cNvPr id="17" name="Shape 14"/>
          <p:cNvSpPr/>
          <p:nvPr/>
        </p:nvSpPr>
        <p:spPr>
          <a:xfrm>
            <a:off x="9144000" y="6565900"/>
            <a:ext cx="0" cy="76200"/>
          </a:xfrm>
          <a:prstGeom prst="line">
            <a:avLst/>
          </a:prstGeom>
          <a:noFill/>
          <a:ln w="9525">
            <a:solidFill>
              <a:srgbClr val="C9C9C4"/>
            </a:solidFill>
            <a:prstDash val="solid"/>
          </a:ln>
        </p:spPr>
      </p:sp>
      <p:sp>
        <p:nvSpPr>
          <p:cNvPr id="18" name="Shape 15"/>
          <p:cNvSpPr/>
          <p:nvPr/>
        </p:nvSpPr>
        <p:spPr>
          <a:xfrm>
            <a:off x="9906000" y="6565900"/>
            <a:ext cx="0" cy="76200"/>
          </a:xfrm>
          <a:prstGeom prst="line">
            <a:avLst/>
          </a:prstGeom>
          <a:noFill/>
          <a:ln w="9525">
            <a:solidFill>
              <a:srgbClr val="C9C9C4"/>
            </a:solidFill>
            <a:prstDash val="solid"/>
          </a:ln>
        </p:spPr>
      </p:sp>
      <p:sp>
        <p:nvSpPr>
          <p:cNvPr id="19" name="Shape 16"/>
          <p:cNvSpPr/>
          <p:nvPr/>
        </p:nvSpPr>
        <p:spPr>
          <a:xfrm>
            <a:off x="10668000" y="6565900"/>
            <a:ext cx="0" cy="76200"/>
          </a:xfrm>
          <a:prstGeom prst="line">
            <a:avLst/>
          </a:prstGeom>
          <a:noFill/>
          <a:ln w="9525">
            <a:solidFill>
              <a:srgbClr val="C9C9C4"/>
            </a:solidFill>
            <a:prstDash val="solid"/>
          </a:ln>
        </p:spPr>
      </p:sp>
      <p:sp>
        <p:nvSpPr>
          <p:cNvPr id="20" name="Shape 17"/>
          <p:cNvSpPr/>
          <p:nvPr/>
        </p:nvSpPr>
        <p:spPr>
          <a:xfrm>
            <a:off x="11430000" y="6565900"/>
            <a:ext cx="0" cy="76200"/>
          </a:xfrm>
          <a:prstGeom prst="line">
            <a:avLst/>
          </a:prstGeom>
          <a:noFill/>
          <a:ln w="9525">
            <a:solidFill>
              <a:srgbClr val="C9C9C4"/>
            </a:solidFill>
            <a:prstDash val="solid"/>
          </a:ln>
        </p:spPr>
      </p:sp>
      <p:sp>
        <p:nvSpPr>
          <p:cNvPr id="21" name="Text 18"/>
          <p:cNvSpPr/>
          <p:nvPr>
            <p:ph idx="119" type="body" hasCustomPrompt="1"/>
          </p:nvPr>
        </p:nvSpPr>
        <p:spPr>
          <a:xfrm>
            <a:off x="762000" y="952500"/>
            <a:ext cx="7620000" cy="254000"/>
          </a:xfrm>
          <a:prstGeom prst="rect">
            <a:avLst/>
          </a:prstGeom>
          <a:noFill/>
          <a:ln/>
        </p:spPr>
        <p:txBody>
          <a:bodyPr wrap="square" rtlCol="0"/>
          <a:lstStyle>
            <a:lvl1pPr algn="l" indent="0" marL="0">
              <a:buNone/>
              <a:defRPr lang="en-US" sz="1100" dirty="0">
                <a:solidFill>
                  <a:srgbClr val="62626A"/>
                </a:solidFill>
                <a:latin typeface="Consolas" pitchFamily="34" charset="0"/>
                <a:ea typeface="Consolas" pitchFamily="34" charset="-122"/>
                <a:cs typeface="Consolas" pitchFamily="34" charset="-120"/>
              </a:defRPr>
            </a:lvl1pPr>
          </a:lstStyle>
          <a:p>
            <a:pPr algn="l" indent="0" marL="0">
              <a:buNone/>
            </a:pPr>
            <a:endParaRPr lang="en-US" sz="1100" dirty="0"/>
          </a:p>
        </p:txBody>
      </p:sp>
      <p:sp>
        <p:nvSpPr>
          <p:cNvPr id="22" name="Text 18"/>
          <p:cNvSpPr/>
          <p:nvPr>
            <p:ph idx="120" type="title" hasCustomPrompt="1"/>
          </p:nvPr>
        </p:nvSpPr>
        <p:spPr>
          <a:xfrm>
            <a:off x="762000" y="1295400"/>
            <a:ext cx="5842000" cy="1460500"/>
          </a:xfrm>
          <a:prstGeom prst="rect">
            <a:avLst/>
          </a:prstGeom>
          <a:noFill/>
          <a:ln/>
        </p:spPr>
        <p:txBody>
          <a:bodyPr wrap="square" rtlCol="0"/>
          <a:lstStyle>
            <a:lvl1pPr algn="l" indent="0" marL="0">
              <a:lnSpc>
                <a:spcPct val="92000"/>
              </a:lnSpc>
              <a:buNone/>
              <a:defRPr lang="en-US" sz="4400" spc="-160" kern="0" dirty="0">
                <a:solidFill>
                  <a:srgbClr val="121214"/>
                </a:solidFill>
                <a:latin typeface="Segoe UI Semibold" pitchFamily="34" charset="0"/>
                <a:ea typeface="Segoe UI Semibold" pitchFamily="34" charset="-122"/>
                <a:cs typeface="Segoe UI Semibold" pitchFamily="34" charset="-120"/>
              </a:defRPr>
            </a:lvl1pPr>
          </a:lstStyle>
          <a:p>
            <a:pPr algn="l" indent="0" marL="0">
              <a:lnSpc>
                <a:spcPct val="92000"/>
              </a:lnSpc>
              <a:buNone/>
            </a:pPr>
            <a:endParaRPr lang="en-US" sz="4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060608"/>
        </a:solidFill>
      </p:bgPr>
    </p:bg>
    <p:spTree>
      <p:nvGrpSpPr>
        <p:cNvPr id="1" name=""/>
        <p:cNvGrpSpPr/>
        <p:nvPr/>
      </p:nvGrpSpPr>
      <p:grpSpPr>
        <a:xfrm>
          <a:off x="0" y="0"/>
          <a:ext cx="0" cy="0"/>
          <a:chOff x="0" y="0"/>
          <a:chExt cx="0" cy="0"/>
        </a:xfrm>
      </p:grpSpPr>
      <p:sp>
        <p:nvSpPr>
          <p:cNvPr id="2" name="Text 0"/>
          <p:cNvSpPr/>
          <p:nvPr/>
        </p:nvSpPr>
        <p:spPr>
          <a:xfrm>
            <a:off x="762000" y="215900"/>
            <a:ext cx="889000" cy="254000"/>
          </a:xfrm>
          <a:prstGeom prst="rect">
            <a:avLst/>
          </a:prstGeom>
          <a:noFill/>
          <a:ln/>
        </p:spPr>
        <p:txBody>
          <a:bodyPr wrap="square" lIns="0" tIns="0" rIns="0" bIns="0" rtlCol="0" anchor="ctr"/>
          <a:lstStyle/>
          <a:p>
            <a:pPr indent="0" marL="0">
              <a:buNone/>
            </a:pPr>
            <a:r>
              <a:rPr lang="en-US" sz="1700" spc="-60" kern="0" dirty="0">
                <a:solidFill>
                  <a:srgbClr val="F0F0F3"/>
                </a:solidFill>
                <a:latin typeface="Segoe UI Semibold" pitchFamily="34" charset="0"/>
                <a:ea typeface="Segoe UI Semibold" pitchFamily="34" charset="-122"/>
                <a:cs typeface="Segoe UI Semibold" pitchFamily="34" charset="-120"/>
              </a:rPr>
              <a:t>arrivo</a:t>
            </a:r>
            <a:endParaRPr lang="en-US" sz="1700" dirty="0"/>
          </a:p>
        </p:txBody>
      </p:sp>
      <p:pic>
        <p:nvPicPr>
          <p:cNvPr id="3" name="Image 0" descr="C:\Users\vansh\Downloads\Vishu 2\presentation-build\crops\dot.png">    </p:cNvPr>
          <p:cNvPicPr>
            <a:picLocks noChangeAspect="1"/>
          </p:cNvPicPr>
          <p:nvPr/>
        </p:nvPicPr>
        <p:blipFill>
          <a:blip r:embed="rId1"/>
          <a:stretch>
            <a:fillRect/>
          </a:stretch>
        </p:blipFill>
        <p:spPr>
          <a:xfrm>
            <a:off x="1327150" y="361950"/>
            <a:ext cx="57150" cy="57150"/>
          </a:xfrm>
          <a:prstGeom prst="rect">
            <a:avLst/>
          </a:prstGeom>
        </p:spPr>
      </p:pic>
      <p:sp>
        <p:nvSpPr>
          <p:cNvPr id="4" name="Text 1"/>
          <p:cNvSpPr/>
          <p:nvPr/>
        </p:nvSpPr>
        <p:spPr>
          <a:xfrm>
            <a:off x="1790700" y="215900"/>
            <a:ext cx="1905000" cy="254000"/>
          </a:xfrm>
          <a:prstGeom prst="rect">
            <a:avLst/>
          </a:prstGeom>
          <a:noFill/>
          <a:ln/>
        </p:spPr>
        <p:txBody>
          <a:bodyPr wrap="square" lIns="0" tIns="0" rIns="0" bIns="0" rtlCol="0" anchor="ctr"/>
          <a:lstStyle/>
          <a:p>
            <a:pPr indent="0" marL="0">
              <a:buNone/>
            </a:pPr>
            <a:r>
              <a:rPr lang="en-US" sz="900" dirty="0">
                <a:solidFill>
                  <a:srgbClr val="5E5E67"/>
                </a:solidFill>
                <a:latin typeface="Consolas" pitchFamily="34" charset="0"/>
                <a:ea typeface="Consolas" pitchFamily="34" charset="-122"/>
                <a:cs typeface="Consolas" pitchFamily="34" charset="-120"/>
              </a:rPr>
              <a:t>INNOTECH'26 · Cat 6</a:t>
            </a:r>
            <a:endParaRPr lang="en-US" sz="900" dirty="0"/>
          </a:p>
        </p:txBody>
      </p:sp>
      <p:sp>
        <p:nvSpPr>
          <p:cNvPr id="5" name="Shape 2"/>
          <p:cNvSpPr/>
          <p:nvPr/>
        </p:nvSpPr>
        <p:spPr>
          <a:xfrm>
            <a:off x="0" y="6642100"/>
            <a:ext cx="12192000" cy="0"/>
          </a:xfrm>
          <a:prstGeom prst="line">
            <a:avLst/>
          </a:prstGeom>
          <a:noFill/>
          <a:ln w="9525">
            <a:solidFill>
              <a:srgbClr val="3A3A42"/>
            </a:solidFill>
            <a:prstDash val="solid"/>
          </a:ln>
        </p:spPr>
      </p:sp>
      <p:sp>
        <p:nvSpPr>
          <p:cNvPr id="6" name="Shape 3"/>
          <p:cNvSpPr/>
          <p:nvPr/>
        </p:nvSpPr>
        <p:spPr>
          <a:xfrm>
            <a:off x="762000" y="6565900"/>
            <a:ext cx="0" cy="76200"/>
          </a:xfrm>
          <a:prstGeom prst="line">
            <a:avLst/>
          </a:prstGeom>
          <a:noFill/>
          <a:ln w="9525">
            <a:solidFill>
              <a:srgbClr val="3A3A42"/>
            </a:solidFill>
            <a:prstDash val="solid"/>
          </a:ln>
        </p:spPr>
      </p:sp>
      <p:sp>
        <p:nvSpPr>
          <p:cNvPr id="7" name="Shape 4"/>
          <p:cNvSpPr/>
          <p:nvPr/>
        </p:nvSpPr>
        <p:spPr>
          <a:xfrm>
            <a:off x="1524000" y="6565900"/>
            <a:ext cx="0" cy="76200"/>
          </a:xfrm>
          <a:prstGeom prst="line">
            <a:avLst/>
          </a:prstGeom>
          <a:noFill/>
          <a:ln w="9525">
            <a:solidFill>
              <a:srgbClr val="3A3A42"/>
            </a:solidFill>
            <a:prstDash val="solid"/>
          </a:ln>
        </p:spPr>
      </p:sp>
      <p:sp>
        <p:nvSpPr>
          <p:cNvPr id="8" name="Shape 5"/>
          <p:cNvSpPr/>
          <p:nvPr/>
        </p:nvSpPr>
        <p:spPr>
          <a:xfrm>
            <a:off x="2286000" y="6565900"/>
            <a:ext cx="0" cy="76200"/>
          </a:xfrm>
          <a:prstGeom prst="line">
            <a:avLst/>
          </a:prstGeom>
          <a:noFill/>
          <a:ln w="9525">
            <a:solidFill>
              <a:srgbClr val="3A3A42"/>
            </a:solidFill>
            <a:prstDash val="solid"/>
          </a:ln>
        </p:spPr>
      </p:sp>
      <p:sp>
        <p:nvSpPr>
          <p:cNvPr id="9" name="Shape 6"/>
          <p:cNvSpPr/>
          <p:nvPr/>
        </p:nvSpPr>
        <p:spPr>
          <a:xfrm>
            <a:off x="3048000" y="6565900"/>
            <a:ext cx="0" cy="76200"/>
          </a:xfrm>
          <a:prstGeom prst="line">
            <a:avLst/>
          </a:prstGeom>
          <a:noFill/>
          <a:ln w="9525">
            <a:solidFill>
              <a:srgbClr val="3A3A42"/>
            </a:solidFill>
            <a:prstDash val="solid"/>
          </a:ln>
        </p:spPr>
      </p:sp>
      <p:sp>
        <p:nvSpPr>
          <p:cNvPr id="10" name="Shape 7"/>
          <p:cNvSpPr/>
          <p:nvPr/>
        </p:nvSpPr>
        <p:spPr>
          <a:xfrm>
            <a:off x="3810000" y="6565900"/>
            <a:ext cx="0" cy="76200"/>
          </a:xfrm>
          <a:prstGeom prst="line">
            <a:avLst/>
          </a:prstGeom>
          <a:noFill/>
          <a:ln w="9525">
            <a:solidFill>
              <a:srgbClr val="3A3A42"/>
            </a:solidFill>
            <a:prstDash val="solid"/>
          </a:ln>
        </p:spPr>
      </p:sp>
      <p:sp>
        <p:nvSpPr>
          <p:cNvPr id="11" name="Shape 8"/>
          <p:cNvSpPr/>
          <p:nvPr/>
        </p:nvSpPr>
        <p:spPr>
          <a:xfrm>
            <a:off x="4572000" y="6565900"/>
            <a:ext cx="0" cy="76200"/>
          </a:xfrm>
          <a:prstGeom prst="line">
            <a:avLst/>
          </a:prstGeom>
          <a:noFill/>
          <a:ln w="9525">
            <a:solidFill>
              <a:srgbClr val="3A3A42"/>
            </a:solidFill>
            <a:prstDash val="solid"/>
          </a:ln>
        </p:spPr>
      </p:sp>
      <p:sp>
        <p:nvSpPr>
          <p:cNvPr id="12" name="Shape 9"/>
          <p:cNvSpPr/>
          <p:nvPr/>
        </p:nvSpPr>
        <p:spPr>
          <a:xfrm>
            <a:off x="5334000" y="6565900"/>
            <a:ext cx="0" cy="76200"/>
          </a:xfrm>
          <a:prstGeom prst="line">
            <a:avLst/>
          </a:prstGeom>
          <a:noFill/>
          <a:ln w="9525">
            <a:solidFill>
              <a:srgbClr val="3A3A42"/>
            </a:solidFill>
            <a:prstDash val="solid"/>
          </a:ln>
        </p:spPr>
      </p:sp>
      <p:sp>
        <p:nvSpPr>
          <p:cNvPr id="13" name="Shape 10"/>
          <p:cNvSpPr/>
          <p:nvPr/>
        </p:nvSpPr>
        <p:spPr>
          <a:xfrm>
            <a:off x="6096000" y="6565900"/>
            <a:ext cx="0" cy="76200"/>
          </a:xfrm>
          <a:prstGeom prst="line">
            <a:avLst/>
          </a:prstGeom>
          <a:noFill/>
          <a:ln w="9525">
            <a:solidFill>
              <a:srgbClr val="3A3A42"/>
            </a:solidFill>
            <a:prstDash val="solid"/>
          </a:ln>
        </p:spPr>
      </p:sp>
      <p:sp>
        <p:nvSpPr>
          <p:cNvPr id="14" name="Shape 11"/>
          <p:cNvSpPr/>
          <p:nvPr/>
        </p:nvSpPr>
        <p:spPr>
          <a:xfrm>
            <a:off x="6858000" y="6565900"/>
            <a:ext cx="0" cy="76200"/>
          </a:xfrm>
          <a:prstGeom prst="line">
            <a:avLst/>
          </a:prstGeom>
          <a:noFill/>
          <a:ln w="9525">
            <a:solidFill>
              <a:srgbClr val="3A3A42"/>
            </a:solidFill>
            <a:prstDash val="solid"/>
          </a:ln>
        </p:spPr>
      </p:sp>
      <p:sp>
        <p:nvSpPr>
          <p:cNvPr id="15" name="Shape 12"/>
          <p:cNvSpPr/>
          <p:nvPr/>
        </p:nvSpPr>
        <p:spPr>
          <a:xfrm>
            <a:off x="7620000" y="6565900"/>
            <a:ext cx="0" cy="76200"/>
          </a:xfrm>
          <a:prstGeom prst="line">
            <a:avLst/>
          </a:prstGeom>
          <a:noFill/>
          <a:ln w="9525">
            <a:solidFill>
              <a:srgbClr val="3A3A42"/>
            </a:solidFill>
            <a:prstDash val="solid"/>
          </a:ln>
        </p:spPr>
      </p:sp>
      <p:sp>
        <p:nvSpPr>
          <p:cNvPr id="16" name="Shape 13"/>
          <p:cNvSpPr/>
          <p:nvPr/>
        </p:nvSpPr>
        <p:spPr>
          <a:xfrm>
            <a:off x="8382000" y="6565900"/>
            <a:ext cx="0" cy="76200"/>
          </a:xfrm>
          <a:prstGeom prst="line">
            <a:avLst/>
          </a:prstGeom>
          <a:noFill/>
          <a:ln w="9525">
            <a:solidFill>
              <a:srgbClr val="3A3A42"/>
            </a:solidFill>
            <a:prstDash val="solid"/>
          </a:ln>
        </p:spPr>
      </p:sp>
      <p:sp>
        <p:nvSpPr>
          <p:cNvPr id="17" name="Shape 14"/>
          <p:cNvSpPr/>
          <p:nvPr/>
        </p:nvSpPr>
        <p:spPr>
          <a:xfrm>
            <a:off x="9144000" y="6565900"/>
            <a:ext cx="0" cy="76200"/>
          </a:xfrm>
          <a:prstGeom prst="line">
            <a:avLst/>
          </a:prstGeom>
          <a:noFill/>
          <a:ln w="9525">
            <a:solidFill>
              <a:srgbClr val="3A3A42"/>
            </a:solidFill>
            <a:prstDash val="solid"/>
          </a:ln>
        </p:spPr>
      </p:sp>
      <p:sp>
        <p:nvSpPr>
          <p:cNvPr id="18" name="Shape 15"/>
          <p:cNvSpPr/>
          <p:nvPr/>
        </p:nvSpPr>
        <p:spPr>
          <a:xfrm>
            <a:off x="9906000" y="6565900"/>
            <a:ext cx="0" cy="76200"/>
          </a:xfrm>
          <a:prstGeom prst="line">
            <a:avLst/>
          </a:prstGeom>
          <a:noFill/>
          <a:ln w="9525">
            <a:solidFill>
              <a:srgbClr val="3A3A42"/>
            </a:solidFill>
            <a:prstDash val="solid"/>
          </a:ln>
        </p:spPr>
      </p:sp>
      <p:sp>
        <p:nvSpPr>
          <p:cNvPr id="19" name="Shape 16"/>
          <p:cNvSpPr/>
          <p:nvPr/>
        </p:nvSpPr>
        <p:spPr>
          <a:xfrm>
            <a:off x="10668000" y="6565900"/>
            <a:ext cx="0" cy="76200"/>
          </a:xfrm>
          <a:prstGeom prst="line">
            <a:avLst/>
          </a:prstGeom>
          <a:noFill/>
          <a:ln w="9525">
            <a:solidFill>
              <a:srgbClr val="3A3A42"/>
            </a:solidFill>
            <a:prstDash val="solid"/>
          </a:ln>
        </p:spPr>
      </p:sp>
      <p:sp>
        <p:nvSpPr>
          <p:cNvPr id="20" name="Shape 17"/>
          <p:cNvSpPr/>
          <p:nvPr/>
        </p:nvSpPr>
        <p:spPr>
          <a:xfrm>
            <a:off x="11430000" y="6565900"/>
            <a:ext cx="0" cy="76200"/>
          </a:xfrm>
          <a:prstGeom prst="line">
            <a:avLst/>
          </a:prstGeom>
          <a:noFill/>
          <a:ln w="9525">
            <a:solidFill>
              <a:srgbClr val="3A3A42"/>
            </a:solidFill>
            <a:prstDash val="solid"/>
          </a:ln>
        </p:spPr>
      </p:sp>
      <p:sp>
        <p:nvSpPr>
          <p:cNvPr id="21" name="Text 18"/>
          <p:cNvSpPr/>
          <p:nvPr>
            <p:ph idx="119" type="body" hasCustomPrompt="1"/>
          </p:nvPr>
        </p:nvSpPr>
        <p:spPr>
          <a:xfrm>
            <a:off x="762000" y="952500"/>
            <a:ext cx="7620000" cy="254000"/>
          </a:xfrm>
          <a:prstGeom prst="rect">
            <a:avLst/>
          </a:prstGeom>
          <a:noFill/>
          <a:ln/>
        </p:spPr>
        <p:txBody>
          <a:bodyPr wrap="square" rtlCol="0"/>
          <a:lstStyle>
            <a:lvl1pPr algn="l" indent="0" marL="0">
              <a:buNone/>
              <a:defRPr lang="en-US" sz="1100" dirty="0">
                <a:solidFill>
                  <a:srgbClr val="8A8A94"/>
                </a:solidFill>
                <a:latin typeface="Consolas" pitchFamily="34" charset="0"/>
                <a:ea typeface="Consolas" pitchFamily="34" charset="-122"/>
                <a:cs typeface="Consolas" pitchFamily="34" charset="-120"/>
              </a:defRPr>
            </a:lvl1pPr>
          </a:lstStyle>
          <a:p>
            <a:pPr algn="l" indent="0" marL="0">
              <a:buNone/>
            </a:pPr>
            <a:endParaRPr lang="en-US" sz="1100" dirty="0"/>
          </a:p>
        </p:txBody>
      </p:sp>
      <p:sp>
        <p:nvSpPr>
          <p:cNvPr id="22" name="Text 18"/>
          <p:cNvSpPr/>
          <p:nvPr>
            <p:ph idx="120" type="title" hasCustomPrompt="1"/>
          </p:nvPr>
        </p:nvSpPr>
        <p:spPr>
          <a:xfrm>
            <a:off x="762000" y="1295400"/>
            <a:ext cx="10668000" cy="1460500"/>
          </a:xfrm>
          <a:prstGeom prst="rect">
            <a:avLst/>
          </a:prstGeom>
          <a:noFill/>
          <a:ln/>
        </p:spPr>
        <p:txBody>
          <a:bodyPr wrap="square" rtlCol="0"/>
          <a:lstStyle>
            <a:lvl1pPr algn="l" indent="0" marL="0">
              <a:lnSpc>
                <a:spcPct val="92000"/>
              </a:lnSpc>
              <a:buNone/>
              <a:defRPr lang="en-US" sz="4400" spc="-160" kern="0" dirty="0">
                <a:solidFill>
                  <a:srgbClr val="F0F0F3"/>
                </a:solidFill>
                <a:latin typeface="Segoe UI Semibold" pitchFamily="34" charset="0"/>
                <a:ea typeface="Segoe UI Semibold" pitchFamily="34" charset="-122"/>
                <a:cs typeface="Segoe UI Semibold" pitchFamily="34" charset="-120"/>
              </a:defRPr>
            </a:lvl1pPr>
          </a:lstStyle>
          <a:p>
            <a:pPr algn="l" indent="0" marL="0">
              <a:lnSpc>
                <a:spcPct val="92000"/>
              </a:lnSpc>
              <a:buNone/>
            </a:pPr>
            <a:endParaRPr lang="en-US" sz="44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_LIGHT">
    <p:bg>
      <p:bgPr>
        <a:solidFill>
          <a:srgbClr val="F4F4F1"/>
        </a:solidFill>
      </p:bgPr>
    </p:bg>
    <p:spTree>
      <p:nvGrpSpPr>
        <p:cNvPr id="1" name=""/>
        <p:cNvGrpSpPr/>
        <p:nvPr/>
      </p:nvGrpSpPr>
      <p:grpSpPr>
        <a:xfrm>
          <a:off x="0" y="0"/>
          <a:ext cx="0" cy="0"/>
          <a:chOff x="0" y="0"/>
          <a:chExt cx="0" cy="0"/>
        </a:xfrm>
      </p:grpSpPr>
      <p:sp>
        <p:nvSpPr>
          <p:cNvPr id="2" name="Text 0"/>
          <p:cNvSpPr/>
          <p:nvPr/>
        </p:nvSpPr>
        <p:spPr>
          <a:xfrm>
            <a:off x="762000" y="215900"/>
            <a:ext cx="889000" cy="254000"/>
          </a:xfrm>
          <a:prstGeom prst="rect">
            <a:avLst/>
          </a:prstGeom>
          <a:noFill/>
          <a:ln/>
        </p:spPr>
        <p:txBody>
          <a:bodyPr wrap="square" lIns="0" tIns="0" rIns="0" bIns="0" rtlCol="0" anchor="ctr"/>
          <a:lstStyle/>
          <a:p>
            <a:pPr indent="0" marL="0">
              <a:buNone/>
            </a:pPr>
            <a:r>
              <a:rPr lang="en-US" sz="1700" spc="-60" kern="0" dirty="0">
                <a:solidFill>
                  <a:srgbClr val="121214"/>
                </a:solidFill>
                <a:latin typeface="Segoe UI Semibold" pitchFamily="34" charset="0"/>
                <a:ea typeface="Segoe UI Semibold" pitchFamily="34" charset="-122"/>
                <a:cs typeface="Segoe UI Semibold" pitchFamily="34" charset="-120"/>
              </a:rPr>
              <a:t>arrivo</a:t>
            </a:r>
            <a:endParaRPr lang="en-US" sz="1700" dirty="0"/>
          </a:p>
        </p:txBody>
      </p:sp>
      <p:pic>
        <p:nvPicPr>
          <p:cNvPr id="3" name="Image 0" descr="C:\Users\vansh\Downloads\Vishu 2\presentation-build\crops\dot.png">    </p:cNvPr>
          <p:cNvPicPr>
            <a:picLocks noChangeAspect="1"/>
          </p:cNvPicPr>
          <p:nvPr/>
        </p:nvPicPr>
        <p:blipFill>
          <a:blip r:embed="rId1"/>
          <a:stretch>
            <a:fillRect/>
          </a:stretch>
        </p:blipFill>
        <p:spPr>
          <a:xfrm>
            <a:off x="1327150" y="361950"/>
            <a:ext cx="57150" cy="57150"/>
          </a:xfrm>
          <a:prstGeom prst="rect">
            <a:avLst/>
          </a:prstGeom>
        </p:spPr>
      </p:pic>
      <p:sp>
        <p:nvSpPr>
          <p:cNvPr id="4" name="Text 1"/>
          <p:cNvSpPr/>
          <p:nvPr/>
        </p:nvSpPr>
        <p:spPr>
          <a:xfrm>
            <a:off x="1790700" y="215900"/>
            <a:ext cx="1905000" cy="254000"/>
          </a:xfrm>
          <a:prstGeom prst="rect">
            <a:avLst/>
          </a:prstGeom>
          <a:noFill/>
          <a:ln/>
        </p:spPr>
        <p:txBody>
          <a:bodyPr wrap="square" lIns="0" tIns="0" rIns="0" bIns="0" rtlCol="0" anchor="ctr"/>
          <a:lstStyle/>
          <a:p>
            <a:pPr indent="0" marL="0">
              <a:buNone/>
            </a:pPr>
            <a:r>
              <a:rPr lang="en-US" sz="900" dirty="0">
                <a:solidFill>
                  <a:srgbClr val="9A9AA1"/>
                </a:solidFill>
                <a:latin typeface="Consolas" pitchFamily="34" charset="0"/>
                <a:ea typeface="Consolas" pitchFamily="34" charset="-122"/>
                <a:cs typeface="Consolas" pitchFamily="34" charset="-120"/>
              </a:rPr>
              <a:t>INNOTECH'26 · Cat 6</a:t>
            </a:r>
            <a:endParaRPr lang="en-US" sz="900" dirty="0"/>
          </a:p>
        </p:txBody>
      </p:sp>
      <p:sp>
        <p:nvSpPr>
          <p:cNvPr id="5" name="Shape 2"/>
          <p:cNvSpPr/>
          <p:nvPr/>
        </p:nvSpPr>
        <p:spPr>
          <a:xfrm>
            <a:off x="0" y="6642100"/>
            <a:ext cx="12192000" cy="0"/>
          </a:xfrm>
          <a:prstGeom prst="line">
            <a:avLst/>
          </a:prstGeom>
          <a:noFill/>
          <a:ln w="9525">
            <a:solidFill>
              <a:srgbClr val="C9C9C4"/>
            </a:solidFill>
            <a:prstDash val="solid"/>
          </a:ln>
        </p:spPr>
      </p:sp>
      <p:sp>
        <p:nvSpPr>
          <p:cNvPr id="6" name="Shape 3"/>
          <p:cNvSpPr/>
          <p:nvPr/>
        </p:nvSpPr>
        <p:spPr>
          <a:xfrm>
            <a:off x="762000" y="6565900"/>
            <a:ext cx="0" cy="76200"/>
          </a:xfrm>
          <a:prstGeom prst="line">
            <a:avLst/>
          </a:prstGeom>
          <a:noFill/>
          <a:ln w="9525">
            <a:solidFill>
              <a:srgbClr val="C9C9C4"/>
            </a:solidFill>
            <a:prstDash val="solid"/>
          </a:ln>
        </p:spPr>
      </p:sp>
      <p:sp>
        <p:nvSpPr>
          <p:cNvPr id="7" name="Shape 4"/>
          <p:cNvSpPr/>
          <p:nvPr/>
        </p:nvSpPr>
        <p:spPr>
          <a:xfrm>
            <a:off x="1524000" y="6565900"/>
            <a:ext cx="0" cy="76200"/>
          </a:xfrm>
          <a:prstGeom prst="line">
            <a:avLst/>
          </a:prstGeom>
          <a:noFill/>
          <a:ln w="9525">
            <a:solidFill>
              <a:srgbClr val="C9C9C4"/>
            </a:solidFill>
            <a:prstDash val="solid"/>
          </a:ln>
        </p:spPr>
      </p:sp>
      <p:sp>
        <p:nvSpPr>
          <p:cNvPr id="8" name="Shape 5"/>
          <p:cNvSpPr/>
          <p:nvPr/>
        </p:nvSpPr>
        <p:spPr>
          <a:xfrm>
            <a:off x="2286000" y="6565900"/>
            <a:ext cx="0" cy="76200"/>
          </a:xfrm>
          <a:prstGeom prst="line">
            <a:avLst/>
          </a:prstGeom>
          <a:noFill/>
          <a:ln w="9525">
            <a:solidFill>
              <a:srgbClr val="C9C9C4"/>
            </a:solidFill>
            <a:prstDash val="solid"/>
          </a:ln>
        </p:spPr>
      </p:sp>
      <p:sp>
        <p:nvSpPr>
          <p:cNvPr id="9" name="Shape 6"/>
          <p:cNvSpPr/>
          <p:nvPr/>
        </p:nvSpPr>
        <p:spPr>
          <a:xfrm>
            <a:off x="3048000" y="6565900"/>
            <a:ext cx="0" cy="76200"/>
          </a:xfrm>
          <a:prstGeom prst="line">
            <a:avLst/>
          </a:prstGeom>
          <a:noFill/>
          <a:ln w="9525">
            <a:solidFill>
              <a:srgbClr val="C9C9C4"/>
            </a:solidFill>
            <a:prstDash val="solid"/>
          </a:ln>
        </p:spPr>
      </p:sp>
      <p:sp>
        <p:nvSpPr>
          <p:cNvPr id="10" name="Shape 7"/>
          <p:cNvSpPr/>
          <p:nvPr/>
        </p:nvSpPr>
        <p:spPr>
          <a:xfrm>
            <a:off x="3810000" y="6565900"/>
            <a:ext cx="0" cy="76200"/>
          </a:xfrm>
          <a:prstGeom prst="line">
            <a:avLst/>
          </a:prstGeom>
          <a:noFill/>
          <a:ln w="9525">
            <a:solidFill>
              <a:srgbClr val="C9C9C4"/>
            </a:solidFill>
            <a:prstDash val="solid"/>
          </a:ln>
        </p:spPr>
      </p:sp>
      <p:sp>
        <p:nvSpPr>
          <p:cNvPr id="11" name="Shape 8"/>
          <p:cNvSpPr/>
          <p:nvPr/>
        </p:nvSpPr>
        <p:spPr>
          <a:xfrm>
            <a:off x="4572000" y="6565900"/>
            <a:ext cx="0" cy="76200"/>
          </a:xfrm>
          <a:prstGeom prst="line">
            <a:avLst/>
          </a:prstGeom>
          <a:noFill/>
          <a:ln w="9525">
            <a:solidFill>
              <a:srgbClr val="C9C9C4"/>
            </a:solidFill>
            <a:prstDash val="solid"/>
          </a:ln>
        </p:spPr>
      </p:sp>
      <p:sp>
        <p:nvSpPr>
          <p:cNvPr id="12" name="Shape 9"/>
          <p:cNvSpPr/>
          <p:nvPr/>
        </p:nvSpPr>
        <p:spPr>
          <a:xfrm>
            <a:off x="5334000" y="6565900"/>
            <a:ext cx="0" cy="76200"/>
          </a:xfrm>
          <a:prstGeom prst="line">
            <a:avLst/>
          </a:prstGeom>
          <a:noFill/>
          <a:ln w="9525">
            <a:solidFill>
              <a:srgbClr val="C9C9C4"/>
            </a:solidFill>
            <a:prstDash val="solid"/>
          </a:ln>
        </p:spPr>
      </p:sp>
      <p:sp>
        <p:nvSpPr>
          <p:cNvPr id="13" name="Shape 10"/>
          <p:cNvSpPr/>
          <p:nvPr/>
        </p:nvSpPr>
        <p:spPr>
          <a:xfrm>
            <a:off x="6096000" y="6565900"/>
            <a:ext cx="0" cy="76200"/>
          </a:xfrm>
          <a:prstGeom prst="line">
            <a:avLst/>
          </a:prstGeom>
          <a:noFill/>
          <a:ln w="9525">
            <a:solidFill>
              <a:srgbClr val="C9C9C4"/>
            </a:solidFill>
            <a:prstDash val="solid"/>
          </a:ln>
        </p:spPr>
      </p:sp>
      <p:sp>
        <p:nvSpPr>
          <p:cNvPr id="14" name="Shape 11"/>
          <p:cNvSpPr/>
          <p:nvPr/>
        </p:nvSpPr>
        <p:spPr>
          <a:xfrm>
            <a:off x="6858000" y="6565900"/>
            <a:ext cx="0" cy="76200"/>
          </a:xfrm>
          <a:prstGeom prst="line">
            <a:avLst/>
          </a:prstGeom>
          <a:noFill/>
          <a:ln w="9525">
            <a:solidFill>
              <a:srgbClr val="C9C9C4"/>
            </a:solidFill>
            <a:prstDash val="solid"/>
          </a:ln>
        </p:spPr>
      </p:sp>
      <p:sp>
        <p:nvSpPr>
          <p:cNvPr id="15" name="Shape 12"/>
          <p:cNvSpPr/>
          <p:nvPr/>
        </p:nvSpPr>
        <p:spPr>
          <a:xfrm>
            <a:off x="7620000" y="6565900"/>
            <a:ext cx="0" cy="76200"/>
          </a:xfrm>
          <a:prstGeom prst="line">
            <a:avLst/>
          </a:prstGeom>
          <a:noFill/>
          <a:ln w="9525">
            <a:solidFill>
              <a:srgbClr val="C9C9C4"/>
            </a:solidFill>
            <a:prstDash val="solid"/>
          </a:ln>
        </p:spPr>
      </p:sp>
      <p:sp>
        <p:nvSpPr>
          <p:cNvPr id="16" name="Shape 13"/>
          <p:cNvSpPr/>
          <p:nvPr/>
        </p:nvSpPr>
        <p:spPr>
          <a:xfrm>
            <a:off x="8382000" y="6565900"/>
            <a:ext cx="0" cy="76200"/>
          </a:xfrm>
          <a:prstGeom prst="line">
            <a:avLst/>
          </a:prstGeom>
          <a:noFill/>
          <a:ln w="9525">
            <a:solidFill>
              <a:srgbClr val="C9C9C4"/>
            </a:solidFill>
            <a:prstDash val="solid"/>
          </a:ln>
        </p:spPr>
      </p:sp>
      <p:sp>
        <p:nvSpPr>
          <p:cNvPr id="17" name="Shape 14"/>
          <p:cNvSpPr/>
          <p:nvPr/>
        </p:nvSpPr>
        <p:spPr>
          <a:xfrm>
            <a:off x="9144000" y="6565900"/>
            <a:ext cx="0" cy="76200"/>
          </a:xfrm>
          <a:prstGeom prst="line">
            <a:avLst/>
          </a:prstGeom>
          <a:noFill/>
          <a:ln w="9525">
            <a:solidFill>
              <a:srgbClr val="C9C9C4"/>
            </a:solidFill>
            <a:prstDash val="solid"/>
          </a:ln>
        </p:spPr>
      </p:sp>
      <p:sp>
        <p:nvSpPr>
          <p:cNvPr id="18" name="Shape 15"/>
          <p:cNvSpPr/>
          <p:nvPr/>
        </p:nvSpPr>
        <p:spPr>
          <a:xfrm>
            <a:off x="9906000" y="6565900"/>
            <a:ext cx="0" cy="76200"/>
          </a:xfrm>
          <a:prstGeom prst="line">
            <a:avLst/>
          </a:prstGeom>
          <a:noFill/>
          <a:ln w="9525">
            <a:solidFill>
              <a:srgbClr val="C9C9C4"/>
            </a:solidFill>
            <a:prstDash val="solid"/>
          </a:ln>
        </p:spPr>
      </p:sp>
      <p:sp>
        <p:nvSpPr>
          <p:cNvPr id="19" name="Shape 16"/>
          <p:cNvSpPr/>
          <p:nvPr/>
        </p:nvSpPr>
        <p:spPr>
          <a:xfrm>
            <a:off x="10668000" y="6565900"/>
            <a:ext cx="0" cy="76200"/>
          </a:xfrm>
          <a:prstGeom prst="line">
            <a:avLst/>
          </a:prstGeom>
          <a:noFill/>
          <a:ln w="9525">
            <a:solidFill>
              <a:srgbClr val="C9C9C4"/>
            </a:solidFill>
            <a:prstDash val="solid"/>
          </a:ln>
        </p:spPr>
      </p:sp>
      <p:sp>
        <p:nvSpPr>
          <p:cNvPr id="20" name="Shape 17"/>
          <p:cNvSpPr/>
          <p:nvPr/>
        </p:nvSpPr>
        <p:spPr>
          <a:xfrm>
            <a:off x="11430000" y="6565900"/>
            <a:ext cx="0" cy="76200"/>
          </a:xfrm>
          <a:prstGeom prst="line">
            <a:avLst/>
          </a:prstGeom>
          <a:noFill/>
          <a:ln w="9525">
            <a:solidFill>
              <a:srgbClr val="C9C9C4"/>
            </a:solidFill>
            <a:prstDash val="solid"/>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_DARK">
    <p:bg>
      <p:bgPr>
        <a:solidFill>
          <a:srgbClr val="060608"/>
        </a:solidFill>
      </p:bgPr>
    </p:bg>
    <p:spTree>
      <p:nvGrpSpPr>
        <p:cNvPr id="1" name=""/>
        <p:cNvGrpSpPr/>
        <p:nvPr/>
      </p:nvGrpSpPr>
      <p:grpSpPr>
        <a:xfrm>
          <a:off x="0" y="0"/>
          <a:ext cx="0" cy="0"/>
          <a:chOff x="0" y="0"/>
          <a:chExt cx="0" cy="0"/>
        </a:xfrm>
      </p:grpSpPr>
      <p:sp>
        <p:nvSpPr>
          <p:cNvPr id="2" name="Text 0"/>
          <p:cNvSpPr/>
          <p:nvPr/>
        </p:nvSpPr>
        <p:spPr>
          <a:xfrm>
            <a:off x="762000" y="215900"/>
            <a:ext cx="889000" cy="254000"/>
          </a:xfrm>
          <a:prstGeom prst="rect">
            <a:avLst/>
          </a:prstGeom>
          <a:noFill/>
          <a:ln/>
        </p:spPr>
        <p:txBody>
          <a:bodyPr wrap="square" lIns="0" tIns="0" rIns="0" bIns="0" rtlCol="0" anchor="ctr"/>
          <a:lstStyle/>
          <a:p>
            <a:pPr indent="0" marL="0">
              <a:buNone/>
            </a:pPr>
            <a:r>
              <a:rPr lang="en-US" sz="1700" spc="-60" kern="0" dirty="0">
                <a:solidFill>
                  <a:srgbClr val="F0F0F3"/>
                </a:solidFill>
                <a:latin typeface="Segoe UI Semibold" pitchFamily="34" charset="0"/>
                <a:ea typeface="Segoe UI Semibold" pitchFamily="34" charset="-122"/>
                <a:cs typeface="Segoe UI Semibold" pitchFamily="34" charset="-120"/>
              </a:rPr>
              <a:t>arrivo</a:t>
            </a:r>
            <a:endParaRPr lang="en-US" sz="1700" dirty="0"/>
          </a:p>
        </p:txBody>
      </p:sp>
      <p:pic>
        <p:nvPicPr>
          <p:cNvPr id="3" name="Image 0" descr="C:\Users\vansh\Downloads\Vishu 2\presentation-build\crops\dot.png">    </p:cNvPr>
          <p:cNvPicPr>
            <a:picLocks noChangeAspect="1"/>
          </p:cNvPicPr>
          <p:nvPr/>
        </p:nvPicPr>
        <p:blipFill>
          <a:blip r:embed="rId1"/>
          <a:stretch>
            <a:fillRect/>
          </a:stretch>
        </p:blipFill>
        <p:spPr>
          <a:xfrm>
            <a:off x="1327150" y="361950"/>
            <a:ext cx="57150" cy="57150"/>
          </a:xfrm>
          <a:prstGeom prst="rect">
            <a:avLst/>
          </a:prstGeom>
        </p:spPr>
      </p:pic>
      <p:sp>
        <p:nvSpPr>
          <p:cNvPr id="4" name="Text 1"/>
          <p:cNvSpPr/>
          <p:nvPr/>
        </p:nvSpPr>
        <p:spPr>
          <a:xfrm>
            <a:off x="1790700" y="215900"/>
            <a:ext cx="1905000" cy="254000"/>
          </a:xfrm>
          <a:prstGeom prst="rect">
            <a:avLst/>
          </a:prstGeom>
          <a:noFill/>
          <a:ln/>
        </p:spPr>
        <p:txBody>
          <a:bodyPr wrap="square" lIns="0" tIns="0" rIns="0" bIns="0" rtlCol="0" anchor="ctr"/>
          <a:lstStyle/>
          <a:p>
            <a:pPr indent="0" marL="0">
              <a:buNone/>
            </a:pPr>
            <a:r>
              <a:rPr lang="en-US" sz="900" dirty="0">
                <a:solidFill>
                  <a:srgbClr val="5E5E67"/>
                </a:solidFill>
                <a:latin typeface="Consolas" pitchFamily="34" charset="0"/>
                <a:ea typeface="Consolas" pitchFamily="34" charset="-122"/>
                <a:cs typeface="Consolas" pitchFamily="34" charset="-120"/>
              </a:rPr>
              <a:t>INNOTECH'26 · Cat 6</a:t>
            </a:r>
            <a:endParaRPr lang="en-US" sz="900" dirty="0"/>
          </a:p>
        </p:txBody>
      </p:sp>
      <p:sp>
        <p:nvSpPr>
          <p:cNvPr id="5" name="Shape 2"/>
          <p:cNvSpPr/>
          <p:nvPr/>
        </p:nvSpPr>
        <p:spPr>
          <a:xfrm>
            <a:off x="0" y="6642100"/>
            <a:ext cx="12192000" cy="0"/>
          </a:xfrm>
          <a:prstGeom prst="line">
            <a:avLst/>
          </a:prstGeom>
          <a:noFill/>
          <a:ln w="9525">
            <a:solidFill>
              <a:srgbClr val="3A3A42"/>
            </a:solidFill>
            <a:prstDash val="solid"/>
          </a:ln>
        </p:spPr>
      </p:sp>
      <p:sp>
        <p:nvSpPr>
          <p:cNvPr id="6" name="Shape 3"/>
          <p:cNvSpPr/>
          <p:nvPr/>
        </p:nvSpPr>
        <p:spPr>
          <a:xfrm>
            <a:off x="762000" y="6565900"/>
            <a:ext cx="0" cy="76200"/>
          </a:xfrm>
          <a:prstGeom prst="line">
            <a:avLst/>
          </a:prstGeom>
          <a:noFill/>
          <a:ln w="9525">
            <a:solidFill>
              <a:srgbClr val="3A3A42"/>
            </a:solidFill>
            <a:prstDash val="solid"/>
          </a:ln>
        </p:spPr>
      </p:sp>
      <p:sp>
        <p:nvSpPr>
          <p:cNvPr id="7" name="Shape 4"/>
          <p:cNvSpPr/>
          <p:nvPr/>
        </p:nvSpPr>
        <p:spPr>
          <a:xfrm>
            <a:off x="1524000" y="6565900"/>
            <a:ext cx="0" cy="76200"/>
          </a:xfrm>
          <a:prstGeom prst="line">
            <a:avLst/>
          </a:prstGeom>
          <a:noFill/>
          <a:ln w="9525">
            <a:solidFill>
              <a:srgbClr val="3A3A42"/>
            </a:solidFill>
            <a:prstDash val="solid"/>
          </a:ln>
        </p:spPr>
      </p:sp>
      <p:sp>
        <p:nvSpPr>
          <p:cNvPr id="8" name="Shape 5"/>
          <p:cNvSpPr/>
          <p:nvPr/>
        </p:nvSpPr>
        <p:spPr>
          <a:xfrm>
            <a:off x="2286000" y="6565900"/>
            <a:ext cx="0" cy="76200"/>
          </a:xfrm>
          <a:prstGeom prst="line">
            <a:avLst/>
          </a:prstGeom>
          <a:noFill/>
          <a:ln w="9525">
            <a:solidFill>
              <a:srgbClr val="3A3A42"/>
            </a:solidFill>
            <a:prstDash val="solid"/>
          </a:ln>
        </p:spPr>
      </p:sp>
      <p:sp>
        <p:nvSpPr>
          <p:cNvPr id="9" name="Shape 6"/>
          <p:cNvSpPr/>
          <p:nvPr/>
        </p:nvSpPr>
        <p:spPr>
          <a:xfrm>
            <a:off x="3048000" y="6565900"/>
            <a:ext cx="0" cy="76200"/>
          </a:xfrm>
          <a:prstGeom prst="line">
            <a:avLst/>
          </a:prstGeom>
          <a:noFill/>
          <a:ln w="9525">
            <a:solidFill>
              <a:srgbClr val="3A3A42"/>
            </a:solidFill>
            <a:prstDash val="solid"/>
          </a:ln>
        </p:spPr>
      </p:sp>
      <p:sp>
        <p:nvSpPr>
          <p:cNvPr id="10" name="Shape 7"/>
          <p:cNvSpPr/>
          <p:nvPr/>
        </p:nvSpPr>
        <p:spPr>
          <a:xfrm>
            <a:off x="3810000" y="6565900"/>
            <a:ext cx="0" cy="76200"/>
          </a:xfrm>
          <a:prstGeom prst="line">
            <a:avLst/>
          </a:prstGeom>
          <a:noFill/>
          <a:ln w="9525">
            <a:solidFill>
              <a:srgbClr val="3A3A42"/>
            </a:solidFill>
            <a:prstDash val="solid"/>
          </a:ln>
        </p:spPr>
      </p:sp>
      <p:sp>
        <p:nvSpPr>
          <p:cNvPr id="11" name="Shape 8"/>
          <p:cNvSpPr/>
          <p:nvPr/>
        </p:nvSpPr>
        <p:spPr>
          <a:xfrm>
            <a:off x="4572000" y="6565900"/>
            <a:ext cx="0" cy="76200"/>
          </a:xfrm>
          <a:prstGeom prst="line">
            <a:avLst/>
          </a:prstGeom>
          <a:noFill/>
          <a:ln w="9525">
            <a:solidFill>
              <a:srgbClr val="3A3A42"/>
            </a:solidFill>
            <a:prstDash val="solid"/>
          </a:ln>
        </p:spPr>
      </p:sp>
      <p:sp>
        <p:nvSpPr>
          <p:cNvPr id="12" name="Shape 9"/>
          <p:cNvSpPr/>
          <p:nvPr/>
        </p:nvSpPr>
        <p:spPr>
          <a:xfrm>
            <a:off x="5334000" y="6565900"/>
            <a:ext cx="0" cy="76200"/>
          </a:xfrm>
          <a:prstGeom prst="line">
            <a:avLst/>
          </a:prstGeom>
          <a:noFill/>
          <a:ln w="9525">
            <a:solidFill>
              <a:srgbClr val="3A3A42"/>
            </a:solidFill>
            <a:prstDash val="solid"/>
          </a:ln>
        </p:spPr>
      </p:sp>
      <p:sp>
        <p:nvSpPr>
          <p:cNvPr id="13" name="Shape 10"/>
          <p:cNvSpPr/>
          <p:nvPr/>
        </p:nvSpPr>
        <p:spPr>
          <a:xfrm>
            <a:off x="6096000" y="6565900"/>
            <a:ext cx="0" cy="76200"/>
          </a:xfrm>
          <a:prstGeom prst="line">
            <a:avLst/>
          </a:prstGeom>
          <a:noFill/>
          <a:ln w="9525">
            <a:solidFill>
              <a:srgbClr val="3A3A42"/>
            </a:solidFill>
            <a:prstDash val="solid"/>
          </a:ln>
        </p:spPr>
      </p:sp>
      <p:sp>
        <p:nvSpPr>
          <p:cNvPr id="14" name="Shape 11"/>
          <p:cNvSpPr/>
          <p:nvPr/>
        </p:nvSpPr>
        <p:spPr>
          <a:xfrm>
            <a:off x="6858000" y="6565900"/>
            <a:ext cx="0" cy="76200"/>
          </a:xfrm>
          <a:prstGeom prst="line">
            <a:avLst/>
          </a:prstGeom>
          <a:noFill/>
          <a:ln w="9525">
            <a:solidFill>
              <a:srgbClr val="3A3A42"/>
            </a:solidFill>
            <a:prstDash val="solid"/>
          </a:ln>
        </p:spPr>
      </p:sp>
      <p:sp>
        <p:nvSpPr>
          <p:cNvPr id="15" name="Shape 12"/>
          <p:cNvSpPr/>
          <p:nvPr/>
        </p:nvSpPr>
        <p:spPr>
          <a:xfrm>
            <a:off x="7620000" y="6565900"/>
            <a:ext cx="0" cy="76200"/>
          </a:xfrm>
          <a:prstGeom prst="line">
            <a:avLst/>
          </a:prstGeom>
          <a:noFill/>
          <a:ln w="9525">
            <a:solidFill>
              <a:srgbClr val="3A3A42"/>
            </a:solidFill>
            <a:prstDash val="solid"/>
          </a:ln>
        </p:spPr>
      </p:sp>
      <p:sp>
        <p:nvSpPr>
          <p:cNvPr id="16" name="Shape 13"/>
          <p:cNvSpPr/>
          <p:nvPr/>
        </p:nvSpPr>
        <p:spPr>
          <a:xfrm>
            <a:off x="8382000" y="6565900"/>
            <a:ext cx="0" cy="76200"/>
          </a:xfrm>
          <a:prstGeom prst="line">
            <a:avLst/>
          </a:prstGeom>
          <a:noFill/>
          <a:ln w="9525">
            <a:solidFill>
              <a:srgbClr val="3A3A42"/>
            </a:solidFill>
            <a:prstDash val="solid"/>
          </a:ln>
        </p:spPr>
      </p:sp>
      <p:sp>
        <p:nvSpPr>
          <p:cNvPr id="17" name="Shape 14"/>
          <p:cNvSpPr/>
          <p:nvPr/>
        </p:nvSpPr>
        <p:spPr>
          <a:xfrm>
            <a:off x="9144000" y="6565900"/>
            <a:ext cx="0" cy="76200"/>
          </a:xfrm>
          <a:prstGeom prst="line">
            <a:avLst/>
          </a:prstGeom>
          <a:noFill/>
          <a:ln w="9525">
            <a:solidFill>
              <a:srgbClr val="3A3A42"/>
            </a:solidFill>
            <a:prstDash val="solid"/>
          </a:ln>
        </p:spPr>
      </p:sp>
      <p:sp>
        <p:nvSpPr>
          <p:cNvPr id="18" name="Shape 15"/>
          <p:cNvSpPr/>
          <p:nvPr/>
        </p:nvSpPr>
        <p:spPr>
          <a:xfrm>
            <a:off x="9906000" y="6565900"/>
            <a:ext cx="0" cy="76200"/>
          </a:xfrm>
          <a:prstGeom prst="line">
            <a:avLst/>
          </a:prstGeom>
          <a:noFill/>
          <a:ln w="9525">
            <a:solidFill>
              <a:srgbClr val="3A3A42"/>
            </a:solidFill>
            <a:prstDash val="solid"/>
          </a:ln>
        </p:spPr>
      </p:sp>
      <p:sp>
        <p:nvSpPr>
          <p:cNvPr id="19" name="Shape 16"/>
          <p:cNvSpPr/>
          <p:nvPr/>
        </p:nvSpPr>
        <p:spPr>
          <a:xfrm>
            <a:off x="10668000" y="6565900"/>
            <a:ext cx="0" cy="76200"/>
          </a:xfrm>
          <a:prstGeom prst="line">
            <a:avLst/>
          </a:prstGeom>
          <a:noFill/>
          <a:ln w="9525">
            <a:solidFill>
              <a:srgbClr val="3A3A42"/>
            </a:solidFill>
            <a:prstDash val="solid"/>
          </a:ln>
        </p:spPr>
      </p:sp>
      <p:sp>
        <p:nvSpPr>
          <p:cNvPr id="20" name="Shape 17"/>
          <p:cNvSpPr/>
          <p:nvPr/>
        </p:nvSpPr>
        <p:spPr>
          <a:xfrm>
            <a:off x="11430000" y="6565900"/>
            <a:ext cx="0" cy="76200"/>
          </a:xfrm>
          <a:prstGeom prst="line">
            <a:avLst/>
          </a:prstGeom>
          <a:noFill/>
          <a:ln w="9525">
            <a:solidFill>
              <a:srgbClr val="3A3A42"/>
            </a:solidFill>
            <a:prstDash val="solid"/>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5.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6.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unt"/>
          <p:cNvSpPr txBox="1"/>
          <p:nvPr/>
        </p:nvSpPr>
        <p:spPr>
          <a:xfrm>
            <a:off x="10795000" y="215900"/>
            <a:ext cx="635000" cy="254000"/>
          </a:xfrm>
          <a:prstGeom prst="rect">
            <a:avLst/>
          </a:prstGeom>
          <a:noFill/>
          <a:ln/>
        </p:spPr>
        <p:txBody>
          <a:bodyPr wrap="square" lIns="0" tIns="0" rIns="0" bIns="0" rtlCol="0" anchor="ctr"/>
          <a:lstStyle/>
          <a:p>
            <a:pPr algn="r" indent="0" marL="0">
              <a:buNone/>
            </a:pPr>
            <a:r>
              <a:rPr lang="en-US" sz="1000" dirty="0">
                <a:solidFill>
                  <a:srgbClr val="121214"/>
                </a:solidFill>
                <a:latin typeface="Consolas" pitchFamily="34" charset="0"/>
                <a:ea typeface="Consolas" pitchFamily="34" charset="-122"/>
                <a:cs typeface="Consolas" pitchFamily="34" charset="-120"/>
              </a:rPr>
              <a:t>01</a:t>
            </a:r>
            <a:pPr algn="r" indent="0" marL="0">
              <a:buNone/>
            </a:pPr>
            <a:r>
              <a:rPr lang="en-US" sz="1000" dirty="0">
                <a:solidFill>
                  <a:srgbClr val="9A9AA1"/>
                </a:solidFill>
                <a:latin typeface="Consolas" pitchFamily="34" charset="0"/>
                <a:ea typeface="Consolas" pitchFamily="34" charset="-122"/>
                <a:cs typeface="Consolas" pitchFamily="34" charset="-120"/>
              </a:rPr>
              <a:t> / 15</a:t>
            </a:r>
            <a:endParaRPr lang="en-US" sz="1000" dirty="0"/>
          </a:p>
        </p:txBody>
      </p:sp>
      <p:sp>
        <p:nvSpPr>
          <p:cNvPr id="3" name="!!dot"/>
          <p:cNvSpPr/>
          <p:nvPr/>
        </p:nvSpPr>
        <p:spPr>
          <a:xfrm>
            <a:off x="450850" y="6546850"/>
            <a:ext cx="114300" cy="114300"/>
          </a:xfrm>
          <a:prstGeom prst="ellipse">
            <a:avLst/>
          </a:prstGeom>
          <a:solidFill>
            <a:srgbClr val="D9A91A"/>
          </a:solidFill>
          <a:ln w="38100">
            <a:solidFill>
              <a:srgbClr val="FFD75A"/>
            </a:solidFill>
            <a:prstDash val="solid"/>
          </a:ln>
        </p:spPr>
      </p:sp>
      <p:pic>
        <p:nvPicPr>
          <p:cNvPr id="4" name="Image 0" descr="C:\Users\vansh\Downloads\Vishu 2\presentation-build\pieces\seatmap.png">    </p:cNvPr>
          <p:cNvPicPr>
            <a:picLocks noChangeAspect="1"/>
          </p:cNvPicPr>
          <p:nvPr/>
        </p:nvPicPr>
        <p:blipFill>
          <a:blip r:embed="rId1"/>
          <a:stretch>
            <a:fillRect/>
          </a:stretch>
        </p:blipFill>
        <p:spPr>
          <a:xfrm>
            <a:off x="762000" y="1016000"/>
            <a:ext cx="5207000" cy="2012950"/>
          </a:xfrm>
          <a:prstGeom prst="rect">
            <a:avLst/>
          </a:prstGeom>
        </p:spPr>
      </p:pic>
      <p:sp>
        <p:nvSpPr>
          <p:cNvPr id="5" name="Text 2"/>
          <p:cNvSpPr txBox="1"/>
          <p:nvPr/>
        </p:nvSpPr>
        <p:spPr>
          <a:xfrm>
            <a:off x="7493000" y="1155700"/>
            <a:ext cx="4064000" cy="190500"/>
          </a:xfrm>
          <a:prstGeom prst="rect">
            <a:avLst/>
          </a:prstGeom>
          <a:noFill/>
          <a:ln/>
        </p:spPr>
        <p:txBody>
          <a:bodyPr wrap="square" lIns="0" tIns="0" rIns="0" bIns="0" rtlCol="0" anchor="t"/>
          <a:lstStyle/>
          <a:p>
            <a:pPr algn="l" indent="0" marL="0">
              <a:lnSpc>
                <a:spcPct val="112000"/>
              </a:lnSpc>
              <a:buNone/>
            </a:pPr>
            <a:r>
              <a:rPr lang="en-US" sz="1100" dirty="0">
                <a:solidFill>
                  <a:srgbClr val="62626A"/>
                </a:solidFill>
                <a:latin typeface="Consolas" pitchFamily="34" charset="0"/>
                <a:ea typeface="Consolas" pitchFamily="34" charset="-122"/>
                <a:cs typeface="Consolas" pitchFamily="34" charset="-120"/>
              </a:rPr>
              <a:t>INNOTECH'26  ·  Arrivo</a:t>
            </a:r>
            <a:endParaRPr lang="en-US" sz="1100" dirty="0"/>
          </a:p>
        </p:txBody>
      </p:sp>
      <p:sp>
        <p:nvSpPr>
          <p:cNvPr id="6" name="Text 3"/>
          <p:cNvSpPr txBox="1"/>
          <p:nvPr/>
        </p:nvSpPr>
        <p:spPr>
          <a:xfrm>
            <a:off x="7493000" y="1447800"/>
            <a:ext cx="4064000" cy="381000"/>
          </a:xfrm>
          <a:prstGeom prst="rect">
            <a:avLst/>
          </a:prstGeom>
          <a:noFill/>
          <a:ln/>
        </p:spPr>
        <p:txBody>
          <a:bodyPr wrap="square" lIns="0" tIns="0" rIns="0" bIns="0" rtlCol="0" anchor="t"/>
          <a:lstStyle/>
          <a:p>
            <a:pPr algn="l" indent="0" marL="0">
              <a:lnSpc>
                <a:spcPct val="100000"/>
              </a:lnSpc>
              <a:buNone/>
            </a:pPr>
            <a:r>
              <a:rPr lang="en-US" sz="2600" spc="-80" kern="0" dirty="0">
                <a:solidFill>
                  <a:srgbClr val="121214"/>
                </a:solidFill>
                <a:latin typeface="Segoe UI Semibold" pitchFamily="34" charset="0"/>
                <a:ea typeface="Segoe UI Semibold" pitchFamily="34" charset="-122"/>
                <a:cs typeface="Segoe UI Semibold" pitchFamily="34" charset="-120"/>
              </a:rPr>
              <a:t>The story behind Arrivo</a:t>
            </a:r>
            <a:endParaRPr lang="en-US" sz="2600" dirty="0"/>
          </a:p>
        </p:txBody>
      </p:sp>
      <p:sp>
        <p:nvSpPr>
          <p:cNvPr id="7" name="Text 4"/>
          <p:cNvSpPr txBox="1"/>
          <p:nvPr/>
        </p:nvSpPr>
        <p:spPr>
          <a:xfrm>
            <a:off x="7493000" y="1905000"/>
            <a:ext cx="3810000" cy="698500"/>
          </a:xfrm>
          <a:prstGeom prst="rect">
            <a:avLst/>
          </a:prstGeom>
          <a:noFill/>
          <a:ln/>
        </p:spPr>
        <p:txBody>
          <a:bodyPr wrap="square" lIns="0" tIns="0" rIns="0" bIns="0" rtlCol="0" anchor="t"/>
          <a:lstStyle/>
          <a:p>
            <a:pPr algn="l" indent="0" marL="0">
              <a:lnSpc>
                <a:spcPct val="112000"/>
              </a:lnSpc>
              <a:buNone/>
            </a:pPr>
            <a:r>
              <a:rPr lang="en-US" sz="1500" dirty="0">
                <a:solidFill>
                  <a:srgbClr val="62626A"/>
                </a:solidFill>
                <a:latin typeface="Segoe UI" pitchFamily="34" charset="0"/>
                <a:ea typeface="Segoe UI" pitchFamily="34" charset="-122"/>
                <a:cs typeface="Segoe UI" pitchFamily="34" charset="-120"/>
              </a:rPr>
              <a:t>Why we built a seat map for parking, and the five things that make it different from anything else out there.</a:t>
            </a:r>
            <a:endParaRPr lang="en-US" sz="1500" dirty="0"/>
          </a:p>
        </p:txBody>
      </p:sp>
      <p:sp>
        <p:nvSpPr>
          <p:cNvPr id="8" name="Text 5"/>
          <p:cNvSpPr txBox="1"/>
          <p:nvPr/>
        </p:nvSpPr>
        <p:spPr>
          <a:xfrm>
            <a:off x="7493000" y="2933700"/>
            <a:ext cx="3810000" cy="203200"/>
          </a:xfrm>
          <a:prstGeom prst="rect">
            <a:avLst/>
          </a:prstGeom>
          <a:noFill/>
          <a:ln/>
        </p:spPr>
        <p:txBody>
          <a:bodyPr wrap="square" lIns="0" tIns="0" rIns="0" bIns="0" rtlCol="0" anchor="t"/>
          <a:lstStyle/>
          <a:p>
            <a:pPr algn="l" indent="0" marL="0">
              <a:lnSpc>
                <a:spcPct val="112000"/>
              </a:lnSpc>
              <a:buNone/>
            </a:pPr>
            <a:r>
              <a:rPr lang="en-US" sz="1100" dirty="0">
                <a:solidFill>
                  <a:srgbClr val="3C3C42"/>
                </a:solidFill>
                <a:latin typeface="Consolas" pitchFamily="34" charset="0"/>
                <a:ea typeface="Consolas" pitchFamily="34" charset="-122"/>
                <a:cs typeface="Consolas" pitchFamily="34" charset="-120"/>
              </a:rPr>
              <a:t>Team Arrivo</a:t>
            </a:r>
            <a:endParaRPr lang="en-US" sz="1100" dirty="0"/>
          </a:p>
        </p:txBody>
      </p:sp>
      <p:sp>
        <p:nvSpPr>
          <p:cNvPr id="9" name="Text 6"/>
          <p:cNvSpPr txBox="1"/>
          <p:nvPr/>
        </p:nvSpPr>
        <p:spPr>
          <a:xfrm>
            <a:off x="7493000" y="3187700"/>
            <a:ext cx="4064000" cy="482600"/>
          </a:xfrm>
          <a:prstGeom prst="rect">
            <a:avLst/>
          </a:prstGeom>
          <a:noFill/>
          <a:ln/>
        </p:spPr>
        <p:txBody>
          <a:bodyPr wrap="square" lIns="0" tIns="0" rIns="0" bIns="0" rtlCol="0" anchor="t"/>
          <a:lstStyle/>
          <a:p>
            <a:pPr algn="l" indent="0" marL="0">
              <a:lnSpc>
                <a:spcPct val="112000"/>
              </a:lnSpc>
              <a:buNone/>
            </a:pPr>
            <a:r>
              <a:rPr lang="en-US" sz="1300" dirty="0">
                <a:solidFill>
                  <a:srgbClr val="3C3C42"/>
                </a:solidFill>
                <a:latin typeface="Segoe UI" pitchFamily="34" charset="0"/>
                <a:ea typeface="Segoe UI" pitchFamily="34" charset="-122"/>
                <a:cs typeface="Segoe UI" pitchFamily="34" charset="-120"/>
              </a:rPr>
              <a:t>Krish Singh  ·  Kritika Sakhuja</a:t>
            </a:r>
            <a:endParaRPr lang="en-US" sz="1300" dirty="0"/>
          </a:p>
          <a:p>
            <a:pPr algn="l" indent="0" marL="0">
              <a:lnSpc>
                <a:spcPct val="112000"/>
              </a:lnSpc>
              <a:buNone/>
            </a:pPr>
            <a:r>
              <a:rPr lang="en-US" sz="1300" dirty="0">
                <a:solidFill>
                  <a:srgbClr val="3C3C42"/>
                </a:solidFill>
                <a:latin typeface="Segoe UI" pitchFamily="34" charset="0"/>
                <a:ea typeface="Segoe UI" pitchFamily="34" charset="-122"/>
                <a:cs typeface="Segoe UI" pitchFamily="34" charset="-120"/>
              </a:rPr>
              <a:t>Prisha Soam  ·  Vaibhav Kumar</a:t>
            </a:r>
            <a:endParaRPr lang="en-US" sz="1300" dirty="0"/>
          </a:p>
        </p:txBody>
      </p:sp>
      <p:sp>
        <p:nvSpPr>
          <p:cNvPr id="10" name="Text 7"/>
          <p:cNvSpPr txBox="1"/>
          <p:nvPr/>
        </p:nvSpPr>
        <p:spPr>
          <a:xfrm>
            <a:off x="698500" y="4064000"/>
            <a:ext cx="10795000" cy="1905000"/>
          </a:xfrm>
          <a:prstGeom prst="rect">
            <a:avLst/>
          </a:prstGeom>
          <a:noFill/>
          <a:ln/>
        </p:spPr>
        <p:txBody>
          <a:bodyPr wrap="square" lIns="0" tIns="0" rIns="0" bIns="0" rtlCol="0" anchor="b"/>
          <a:lstStyle/>
          <a:p>
            <a:pPr algn="l" indent="0" marL="0">
              <a:lnSpc>
                <a:spcPct val="95000"/>
              </a:lnSpc>
              <a:buNone/>
            </a:pPr>
            <a:r>
              <a:rPr lang="en-US" sz="7600" spc="-350" kern="0" dirty="0">
                <a:solidFill>
                  <a:srgbClr val="121214"/>
                </a:solidFill>
                <a:latin typeface="Segoe UI Semibold" pitchFamily="34" charset="0"/>
                <a:ea typeface="Segoe UI Semibold" pitchFamily="34" charset="-122"/>
                <a:cs typeface="Segoe UI Semibold" pitchFamily="34" charset="-120"/>
              </a:rPr>
              <a:t>Why it exists.</a:t>
            </a:r>
            <a:endParaRPr lang="en-US" sz="7600" dirty="0"/>
          </a:p>
          <a:p>
            <a:pPr algn="l" indent="0" marL="0">
              <a:lnSpc>
                <a:spcPct val="95000"/>
              </a:lnSpc>
              <a:buNone/>
            </a:pPr>
            <a:r>
              <a:rPr lang="en-US" sz="7600" spc="-350" kern="0" dirty="0">
                <a:solidFill>
                  <a:srgbClr val="62626A"/>
                </a:solidFill>
                <a:latin typeface="Segoe UI Semibold" pitchFamily="34" charset="0"/>
                <a:ea typeface="Segoe UI Semibold" pitchFamily="34" charset="-122"/>
                <a:cs typeface="Segoe UI Semibold" pitchFamily="34" charset="-120"/>
              </a:rPr>
              <a:t>What makes it unique.</a:t>
            </a:r>
            <a:endParaRPr lang="en-US" sz="7600" dirty="0"/>
          </a:p>
        </p:txBody>
      </p:sp>
      <p:sp>
        <p:nvSpPr>
          <p:cNvPr id="11" name="Text 8"/>
          <p:cNvSpPr txBox="1"/>
          <p:nvPr/>
        </p:nvSpPr>
        <p:spPr>
          <a:xfrm>
            <a:off x="8636000" y="6083300"/>
            <a:ext cx="2794000" cy="317500"/>
          </a:xfrm>
          <a:prstGeom prst="rect">
            <a:avLst/>
          </a:prstGeom>
          <a:noFill/>
          <a:ln/>
        </p:spPr>
        <p:txBody>
          <a:bodyPr wrap="square" lIns="0" tIns="0" rIns="0" bIns="0" rtlCol="0" anchor="t"/>
          <a:lstStyle/>
          <a:p>
            <a:pPr algn="r" indent="0" marL="0">
              <a:lnSpc>
                <a:spcPct val="112000"/>
              </a:lnSpc>
              <a:buNone/>
            </a:pPr>
            <a:r>
              <a:rPr lang="en-US" sz="1600" dirty="0">
                <a:solidFill>
                  <a:srgbClr val="8A6400"/>
                </a:solidFill>
                <a:latin typeface="Segoe Print" pitchFamily="34" charset="0"/>
                <a:ea typeface="Segoe Print" pitchFamily="34" charset="-122"/>
                <a:cs typeface="Segoe Print" pitchFamily="34" charset="-120"/>
              </a:rPr>
              <a:t>two questions, one deck.</a:t>
            </a:r>
            <a:endParaRPr lang="en-US" sz="1600" dirty="0"/>
          </a:p>
        </p:txBody>
      </p:sp>
    </p:spTree>
  </p:cSld>
  <p:clrMapOvr>
    <a:masterClrMapping/>
  </p:clrMapOvr>
  <p:transition xmlns:p14="http://schemas.microsoft.com/office/powerpoint/2010/main" spd="slow" p14:dur="800">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count"/>
          <p:cNvSpPr txBox="1"/>
          <p:nvPr/>
        </p:nvSpPr>
        <p:spPr>
          <a:xfrm>
            <a:off x="10795000" y="215900"/>
            <a:ext cx="635000" cy="254000"/>
          </a:xfrm>
          <a:prstGeom prst="rect">
            <a:avLst/>
          </a:prstGeom>
          <a:noFill/>
          <a:ln/>
        </p:spPr>
        <p:txBody>
          <a:bodyPr wrap="square" lIns="0" tIns="0" rIns="0" bIns="0" rtlCol="0" anchor="ctr"/>
          <a:lstStyle/>
          <a:p>
            <a:pPr algn="r" indent="0" marL="0">
              <a:buNone/>
            </a:pPr>
            <a:r>
              <a:rPr lang="en-US" sz="1000" dirty="0">
                <a:solidFill>
                  <a:srgbClr val="F0F0F3"/>
                </a:solidFill>
                <a:latin typeface="Consolas" pitchFamily="34" charset="0"/>
                <a:ea typeface="Consolas" pitchFamily="34" charset="-122"/>
                <a:cs typeface="Consolas" pitchFamily="34" charset="-120"/>
              </a:rPr>
              <a:t>02</a:t>
            </a:r>
            <a:pPr algn="r" indent="0" marL="0">
              <a:buNone/>
            </a:pPr>
            <a:r>
              <a:rPr lang="en-US" sz="1000" dirty="0">
                <a:solidFill>
                  <a:srgbClr val="5E5E67"/>
                </a:solidFill>
                <a:latin typeface="Consolas" pitchFamily="34" charset="0"/>
                <a:ea typeface="Consolas" pitchFamily="34" charset="-122"/>
                <a:cs typeface="Consolas" pitchFamily="34" charset="-120"/>
              </a:rPr>
              <a:t> / 15</a:t>
            </a:r>
            <a:endParaRPr lang="en-US" sz="1000" dirty="0"/>
          </a:p>
        </p:txBody>
      </p:sp>
      <p:sp>
        <p:nvSpPr>
          <p:cNvPr id="3" name="!!dot"/>
          <p:cNvSpPr/>
          <p:nvPr/>
        </p:nvSpPr>
        <p:spPr>
          <a:xfrm>
            <a:off x="1249136" y="6546850"/>
            <a:ext cx="114300" cy="114300"/>
          </a:xfrm>
          <a:prstGeom prst="ellipse">
            <a:avLst/>
          </a:prstGeom>
          <a:solidFill>
            <a:srgbClr val="D9A91A"/>
          </a:solidFill>
          <a:ln w="38100">
            <a:solidFill>
              <a:srgbClr val="FFD75A"/>
            </a:solidFill>
            <a:prstDash val="solid"/>
          </a:ln>
        </p:spPr>
      </p:sp>
      <p:sp>
        <p:nvSpPr>
          <p:cNvPr id="4" name="Text 2"/>
          <p:cNvSpPr txBox="1"/>
          <p:nvPr/>
        </p:nvSpPr>
        <p:spPr>
          <a:xfrm>
            <a:off x="762000" y="952500"/>
            <a:ext cx="5715000" cy="254000"/>
          </a:xfrm>
          <a:prstGeom prst="rect">
            <a:avLst/>
          </a:prstGeom>
          <a:noFill/>
          <a:ln/>
        </p:spPr>
        <p:txBody>
          <a:bodyPr wrap="square" lIns="0" tIns="0" rIns="0" bIns="0" rtlCol="0" anchor="t"/>
          <a:lstStyle/>
          <a:p>
            <a:pPr algn="l" indent="0" marL="0">
              <a:lnSpc>
                <a:spcPct val="112000"/>
              </a:lnSpc>
              <a:buNone/>
            </a:pPr>
            <a:r>
              <a:rPr lang="en-US" sz="1100" b="1" dirty="0">
                <a:solidFill>
                  <a:srgbClr val="F3CF6B"/>
                </a:solidFill>
                <a:latin typeface="Consolas" pitchFamily="34" charset="0"/>
                <a:ea typeface="Consolas" pitchFamily="34" charset="-122"/>
                <a:cs typeface="Consolas" pitchFamily="34" charset="-120"/>
              </a:rPr>
              <a:t>Part 01</a:t>
            </a:r>
            <a:pPr algn="l" indent="0" marL="0">
              <a:lnSpc>
                <a:spcPct val="112000"/>
              </a:lnSpc>
              <a:buNone/>
            </a:pPr>
            <a:r>
              <a:rPr lang="en-US" sz="1100" dirty="0">
                <a:solidFill>
                  <a:srgbClr val="8A8A94"/>
                </a:solidFill>
                <a:latin typeface="Consolas" pitchFamily="34" charset="0"/>
                <a:ea typeface="Consolas" pitchFamily="34" charset="-122"/>
                <a:cs typeface="Consolas" pitchFamily="34" charset="-120"/>
              </a:rPr>
              <a:t>  ——  Why it was made</a:t>
            </a:r>
            <a:endParaRPr lang="en-US" sz="1100" dirty="0"/>
          </a:p>
        </p:txBody>
      </p:sp>
      <p:sp>
        <p:nvSpPr>
          <p:cNvPr id="5" name="Text 3"/>
          <p:cNvSpPr txBox="1"/>
          <p:nvPr/>
        </p:nvSpPr>
        <p:spPr>
          <a:xfrm>
            <a:off x="660400" y="1841500"/>
            <a:ext cx="6985000" cy="2286000"/>
          </a:xfrm>
          <a:prstGeom prst="rect">
            <a:avLst/>
          </a:prstGeom>
          <a:noFill/>
          <a:ln/>
        </p:spPr>
        <p:txBody>
          <a:bodyPr wrap="square" lIns="0" tIns="0" rIns="0" bIns="0" rtlCol="0" anchor="t"/>
          <a:lstStyle/>
          <a:p>
            <a:pPr algn="l" indent="0" marL="0">
              <a:lnSpc>
                <a:spcPct val="90000"/>
              </a:lnSpc>
              <a:buNone/>
            </a:pPr>
            <a:r>
              <a:rPr lang="en-US" sz="9600" spc="-500" kern="0" dirty="0">
                <a:solidFill>
                  <a:srgbClr val="F0F0F3"/>
                </a:solidFill>
                <a:latin typeface="Segoe UI Semibold" pitchFamily="34" charset="0"/>
                <a:ea typeface="Segoe UI Semibold" pitchFamily="34" charset="-122"/>
                <a:cs typeface="Segoe UI Semibold" pitchFamily="34" charset="-120"/>
              </a:rPr>
              <a:t>Why it was made.</a:t>
            </a:r>
            <a:endParaRPr lang="en-US" sz="9600" dirty="0"/>
          </a:p>
        </p:txBody>
      </p:sp>
      <p:sp>
        <p:nvSpPr>
          <p:cNvPr id="6" name="Text 4"/>
          <p:cNvSpPr txBox="1"/>
          <p:nvPr/>
        </p:nvSpPr>
        <p:spPr>
          <a:xfrm>
            <a:off x="762000" y="4546600"/>
            <a:ext cx="5461000" cy="762000"/>
          </a:xfrm>
          <a:prstGeom prst="rect">
            <a:avLst/>
          </a:prstGeom>
          <a:noFill/>
          <a:ln/>
        </p:spPr>
        <p:txBody>
          <a:bodyPr wrap="square" lIns="0" tIns="0" rIns="0" bIns="0" rtlCol="0" anchor="t"/>
          <a:lstStyle/>
          <a:p>
            <a:pPr algn="l" indent="0" marL="0">
              <a:lnSpc>
                <a:spcPct val="112000"/>
              </a:lnSpc>
              <a:buNone/>
            </a:pPr>
            <a:r>
              <a:rPr lang="en-US" sz="1800" dirty="0">
                <a:solidFill>
                  <a:srgbClr val="8A8A94"/>
                </a:solidFill>
                <a:latin typeface="Segoe UI" pitchFamily="34" charset="0"/>
                <a:ea typeface="Segoe UI" pitchFamily="34" charset="-122"/>
                <a:cs typeface="Segoe UI" pitchFamily="34" charset="-120"/>
              </a:rPr>
              <a:t>Arrivo didn't start as an app idea. It started as a problem we ran into almost every morning at college.</a:t>
            </a:r>
            <a:endParaRPr lang="en-US" sz="1800" dirty="0"/>
          </a:p>
        </p:txBody>
      </p:sp>
      <p:sp>
        <p:nvSpPr>
          <p:cNvPr id="7" name="Text 5"/>
          <p:cNvSpPr txBox="1"/>
          <p:nvPr/>
        </p:nvSpPr>
        <p:spPr>
          <a:xfrm>
            <a:off x="6985000" y="2032000"/>
            <a:ext cx="4445000" cy="1524000"/>
          </a:xfrm>
          <a:prstGeom prst="rect">
            <a:avLst/>
          </a:prstGeom>
          <a:noFill/>
          <a:ln/>
        </p:spPr>
        <p:txBody>
          <a:bodyPr wrap="square" lIns="0" tIns="0" rIns="0" bIns="0" rtlCol="0" anchor="t"/>
          <a:lstStyle/>
          <a:p>
            <a:pPr algn="r" indent="0" marL="0">
              <a:lnSpc>
                <a:spcPct val="85000"/>
              </a:lnSpc>
              <a:buNone/>
            </a:pPr>
            <a:r>
              <a:rPr lang="en-US" sz="15000" spc="-700" kern="0" dirty="0">
                <a:solidFill>
                  <a:srgbClr val="FFD75A"/>
                </a:solidFill>
                <a:latin typeface="Segoe UI Semibold" pitchFamily="34" charset="0"/>
                <a:ea typeface="Segoe UI Semibold" pitchFamily="34" charset="-122"/>
                <a:cs typeface="Segoe UI Semibold" pitchFamily="34" charset="-120"/>
              </a:rPr>
              <a:t>09:58</a:t>
            </a:r>
            <a:endParaRPr lang="en-US" sz="15000" dirty="0"/>
          </a:p>
        </p:txBody>
      </p:sp>
      <p:sp>
        <p:nvSpPr>
          <p:cNvPr id="8" name="Text 6"/>
          <p:cNvSpPr txBox="1"/>
          <p:nvPr/>
        </p:nvSpPr>
        <p:spPr>
          <a:xfrm>
            <a:off x="6985000" y="3619500"/>
            <a:ext cx="4445000" cy="190500"/>
          </a:xfrm>
          <a:prstGeom prst="rect">
            <a:avLst/>
          </a:prstGeom>
          <a:noFill/>
          <a:ln/>
        </p:spPr>
        <p:txBody>
          <a:bodyPr wrap="square" lIns="0" tIns="0" rIns="0" bIns="0" rtlCol="0" anchor="t"/>
          <a:lstStyle/>
          <a:p>
            <a:pPr algn="r" indent="0" marL="0">
              <a:lnSpc>
                <a:spcPct val="112000"/>
              </a:lnSpc>
              <a:buNone/>
            </a:pPr>
            <a:r>
              <a:rPr lang="en-US" sz="1100" dirty="0">
                <a:solidFill>
                  <a:srgbClr val="5E5E67"/>
                </a:solidFill>
                <a:latin typeface="Consolas" pitchFamily="34" charset="0"/>
                <a:ea typeface="Consolas" pitchFamily="34" charset="-122"/>
                <a:cs typeface="Consolas" pitchFamily="34" charset="-120"/>
              </a:rPr>
              <a:t>the minute it all goes wrong</a:t>
            </a:r>
            <a:endParaRPr lang="en-US" sz="1100" dirty="0"/>
          </a:p>
        </p:txBody>
      </p:sp>
    </p:spTree>
  </p:cSld>
  <p:clrMapOvr>
    <a:masterClrMapping/>
  </p:clrMapOvr>
  <p:transition xmlns:p14="http://schemas.microsoft.com/office/powerpoint/2010/main" spd="slow" p14:dur="1100">
    <p:fade thruBlk="1"/>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count"/>
          <p:cNvSpPr txBox="1"/>
          <p:nvPr/>
        </p:nvSpPr>
        <p:spPr>
          <a:xfrm>
            <a:off x="10795000" y="215900"/>
            <a:ext cx="635000" cy="254000"/>
          </a:xfrm>
          <a:prstGeom prst="rect">
            <a:avLst/>
          </a:prstGeom>
          <a:noFill/>
          <a:ln/>
        </p:spPr>
        <p:txBody>
          <a:bodyPr wrap="square" lIns="0" tIns="0" rIns="0" bIns="0" rtlCol="0" anchor="ctr"/>
          <a:lstStyle/>
          <a:p>
            <a:pPr algn="r" indent="0" marL="0">
              <a:buNone/>
            </a:pPr>
            <a:r>
              <a:rPr lang="en-US" sz="1000" dirty="0">
                <a:solidFill>
                  <a:srgbClr val="F0F0F3"/>
                </a:solidFill>
                <a:latin typeface="Consolas" pitchFamily="34" charset="0"/>
                <a:ea typeface="Consolas" pitchFamily="34" charset="-122"/>
                <a:cs typeface="Consolas" pitchFamily="34" charset="-120"/>
              </a:rPr>
              <a:t>03</a:t>
            </a:r>
            <a:pPr algn="r" indent="0" marL="0">
              <a:buNone/>
            </a:pPr>
            <a:r>
              <a:rPr lang="en-US" sz="1000" dirty="0">
                <a:solidFill>
                  <a:srgbClr val="5E5E67"/>
                </a:solidFill>
                <a:latin typeface="Consolas" pitchFamily="34" charset="0"/>
                <a:ea typeface="Consolas" pitchFamily="34" charset="-122"/>
                <a:cs typeface="Consolas" pitchFamily="34" charset="-120"/>
              </a:rPr>
              <a:t> / 15</a:t>
            </a:r>
            <a:endParaRPr lang="en-US" sz="1000" dirty="0"/>
          </a:p>
        </p:txBody>
      </p:sp>
      <p:sp>
        <p:nvSpPr>
          <p:cNvPr id="3" name="!!dot"/>
          <p:cNvSpPr/>
          <p:nvPr/>
        </p:nvSpPr>
        <p:spPr>
          <a:xfrm>
            <a:off x="2047421" y="6546850"/>
            <a:ext cx="114300" cy="114300"/>
          </a:xfrm>
          <a:prstGeom prst="ellipse">
            <a:avLst/>
          </a:prstGeom>
          <a:solidFill>
            <a:srgbClr val="D9A91A"/>
          </a:solidFill>
          <a:ln w="38100">
            <a:solidFill>
              <a:srgbClr val="FFD75A"/>
            </a:solidFill>
            <a:prstDash val="solid"/>
          </a:ln>
        </p:spPr>
      </p:sp>
      <p:sp>
        <p:nvSpPr>
          <p:cNvPr id="4" name="!!tagpill"/>
          <p:cNvSpPr/>
          <p:nvPr/>
        </p:nvSpPr>
        <p:spPr>
          <a:xfrm>
            <a:off x="7867650" y="203200"/>
            <a:ext cx="2800350" cy="279400"/>
          </a:xfrm>
          <a:prstGeom prst="roundRect">
            <a:avLst>
              <a:gd name="adj" fmla="val 50000"/>
            </a:avLst>
          </a:prstGeom>
          <a:solidFill>
            <a:srgbClr val="060608"/>
          </a:solidFill>
          <a:ln w="12700">
            <a:solidFill>
              <a:srgbClr val="3A3A42"/>
            </a:solidFill>
            <a:prstDash val="solid"/>
          </a:ln>
        </p:spPr>
      </p:sp>
      <p:sp>
        <p:nvSpPr>
          <p:cNvPr id="5" name="!!tagdot"/>
          <p:cNvSpPr/>
          <p:nvPr/>
        </p:nvSpPr>
        <p:spPr>
          <a:xfrm>
            <a:off x="7981950" y="311150"/>
            <a:ext cx="63500" cy="63500"/>
          </a:xfrm>
          <a:prstGeom prst="ellipse">
            <a:avLst/>
          </a:prstGeom>
          <a:solidFill>
            <a:srgbClr val="FFD75A"/>
          </a:solidFill>
          <a:ln w="12700">
            <a:solidFill>
              <a:srgbClr val="FFD75A"/>
            </a:solidFill>
            <a:prstDash val="solid"/>
          </a:ln>
        </p:spPr>
      </p:sp>
      <p:sp>
        <p:nvSpPr>
          <p:cNvPr id="6" name="!!tagtext"/>
          <p:cNvSpPr txBox="1"/>
          <p:nvPr/>
        </p:nvSpPr>
        <p:spPr>
          <a:xfrm>
            <a:off x="8096250" y="203200"/>
            <a:ext cx="2546350" cy="279400"/>
          </a:xfrm>
          <a:prstGeom prst="rect">
            <a:avLst/>
          </a:prstGeom>
          <a:noFill/>
          <a:ln/>
        </p:spPr>
        <p:txBody>
          <a:bodyPr wrap="none" lIns="0" tIns="0" rIns="0" bIns="0" rtlCol="0" anchor="ctr"/>
          <a:lstStyle/>
          <a:p>
            <a:pPr indent="0" marL="0">
              <a:buNone/>
            </a:pPr>
            <a:r>
              <a:rPr lang="en-US" sz="900" b="1" dirty="0">
                <a:solidFill>
                  <a:srgbClr val="F0F0F3"/>
                </a:solidFill>
                <a:latin typeface="Consolas" pitchFamily="34" charset="0"/>
                <a:ea typeface="Consolas" pitchFamily="34" charset="-122"/>
                <a:cs typeface="Consolas" pitchFamily="34" charset="-120"/>
              </a:rPr>
              <a:t>Why it was made</a:t>
            </a:r>
            <a:pPr indent="0" marL="0">
              <a:buNone/>
            </a:pPr>
            <a:r>
              <a:rPr lang="en-US" sz="900" dirty="0">
                <a:solidFill>
                  <a:srgbClr val="B7B7BF"/>
                </a:solidFill>
                <a:latin typeface="Consolas" pitchFamily="34" charset="0"/>
                <a:ea typeface="Consolas" pitchFamily="34" charset="-122"/>
                <a:cs typeface="Consolas" pitchFamily="34" charset="-120"/>
              </a:rPr>
              <a:t>  ·  Where it started</a:t>
            </a:r>
            <a:endParaRPr lang="en-US" sz="900" dirty="0"/>
          </a:p>
        </p:txBody>
      </p:sp>
      <p:sp>
        <p:nvSpPr>
          <p:cNvPr id="7" name="Text 5"/>
          <p:cNvSpPr txBox="1"/>
          <p:nvPr/>
        </p:nvSpPr>
        <p:spPr>
          <a:xfrm>
            <a:off x="762000" y="952500"/>
            <a:ext cx="5715000" cy="254000"/>
          </a:xfrm>
          <a:prstGeom prst="rect">
            <a:avLst/>
          </a:prstGeom>
          <a:noFill/>
          <a:ln/>
        </p:spPr>
        <p:txBody>
          <a:bodyPr wrap="square" lIns="0" tIns="0" rIns="0" bIns="0" rtlCol="0" anchor="t"/>
          <a:lstStyle/>
          <a:p>
            <a:pPr algn="l" indent="0" marL="0">
              <a:lnSpc>
                <a:spcPct val="112000"/>
              </a:lnSpc>
              <a:buNone/>
            </a:pPr>
            <a:r>
              <a:rPr lang="en-US" sz="1100" b="1" dirty="0">
                <a:solidFill>
                  <a:srgbClr val="F3CF6B"/>
                </a:solidFill>
                <a:latin typeface="Consolas" pitchFamily="34" charset="0"/>
                <a:ea typeface="Consolas" pitchFamily="34" charset="-122"/>
                <a:cs typeface="Consolas" pitchFamily="34" charset="-120"/>
              </a:rPr>
              <a:t>01</a:t>
            </a:r>
            <a:pPr algn="l" indent="0" marL="0">
              <a:lnSpc>
                <a:spcPct val="112000"/>
              </a:lnSpc>
              <a:buNone/>
            </a:pPr>
            <a:r>
              <a:rPr lang="en-US" sz="1100" dirty="0">
                <a:solidFill>
                  <a:srgbClr val="8A8A94"/>
                </a:solidFill>
                <a:latin typeface="Consolas" pitchFamily="34" charset="0"/>
                <a:ea typeface="Consolas" pitchFamily="34" charset="-122"/>
                <a:cs typeface="Consolas" pitchFamily="34" charset="-120"/>
              </a:rPr>
              <a:t>  ——  Where it started</a:t>
            </a:r>
            <a:endParaRPr lang="en-US" sz="1100" dirty="0"/>
          </a:p>
        </p:txBody>
      </p:sp>
      <p:sp>
        <p:nvSpPr>
          <p:cNvPr id="8" name="Text 6"/>
          <p:cNvSpPr txBox="1"/>
          <p:nvPr/>
        </p:nvSpPr>
        <p:spPr>
          <a:xfrm>
            <a:off x="762000" y="1270000"/>
            <a:ext cx="5588000" cy="1270000"/>
          </a:xfrm>
          <a:prstGeom prst="rect">
            <a:avLst/>
          </a:prstGeom>
          <a:noFill/>
          <a:ln/>
        </p:spPr>
        <p:txBody>
          <a:bodyPr wrap="square" lIns="0" tIns="0" rIns="0" bIns="0" rtlCol="0" anchor="t"/>
          <a:lstStyle/>
          <a:p>
            <a:pPr algn="l" indent="0" marL="0">
              <a:lnSpc>
                <a:spcPct val="95000"/>
              </a:lnSpc>
              <a:buNone/>
            </a:pPr>
            <a:r>
              <a:rPr lang="en-US" sz="4000" spc="-120" kern="0" dirty="0">
                <a:solidFill>
                  <a:srgbClr val="F0F0F3"/>
                </a:solidFill>
                <a:latin typeface="Segoe UI Semibold" pitchFamily="34" charset="0"/>
                <a:ea typeface="Segoe UI Semibold" pitchFamily="34" charset="-122"/>
                <a:cs typeface="Segoe UI Semibold" pitchFamily="34" charset="-120"/>
              </a:rPr>
              <a:t>Lectures start at 10:00. At 9:58 the lot looks full.</a:t>
            </a:r>
            <a:endParaRPr lang="en-US" sz="4000" dirty="0"/>
          </a:p>
        </p:txBody>
      </p:sp>
      <p:sp>
        <p:nvSpPr>
          <p:cNvPr id="9" name="Text 7"/>
          <p:cNvSpPr txBox="1"/>
          <p:nvPr/>
        </p:nvSpPr>
        <p:spPr>
          <a:xfrm>
            <a:off x="762000" y="2667000"/>
            <a:ext cx="5461000" cy="1397000"/>
          </a:xfrm>
          <a:prstGeom prst="rect">
            <a:avLst/>
          </a:prstGeom>
          <a:noFill/>
          <a:ln/>
        </p:spPr>
        <p:txBody>
          <a:bodyPr wrap="square" lIns="0" tIns="0" rIns="0" bIns="0" rtlCol="0" anchor="t"/>
          <a:lstStyle/>
          <a:p>
            <a:pPr algn="l" indent="0" marL="0">
              <a:lnSpc>
                <a:spcPct val="112000"/>
              </a:lnSpc>
              <a:buNone/>
            </a:pPr>
            <a:r>
              <a:rPr lang="en-US" sz="1600" dirty="0">
                <a:solidFill>
                  <a:srgbClr val="8A8A94"/>
                </a:solidFill>
                <a:latin typeface="Segoe UI" pitchFamily="34" charset="0"/>
                <a:ea typeface="Segoe UI" pitchFamily="34" charset="-122"/>
                <a:cs typeface="Segoe UI" pitchFamily="34" charset="-120"/>
              </a:rPr>
              <a:t>From the gate you can't tell which of the 96 bays is empty. So you drive in and circle: row A, row C, back past the gate, while the car behind you does the same lap. Most mornings a few bays were free the whole time. Nobody could see them.</a:t>
            </a:r>
            <a:endParaRPr lang="en-US" sz="1600" dirty="0"/>
          </a:p>
        </p:txBody>
      </p:sp>
      <p:sp>
        <p:nvSpPr>
          <p:cNvPr id="10" name="Text 8"/>
          <p:cNvSpPr txBox="1"/>
          <p:nvPr/>
        </p:nvSpPr>
        <p:spPr>
          <a:xfrm>
            <a:off x="762000" y="4191000"/>
            <a:ext cx="3937000" cy="317500"/>
          </a:xfrm>
          <a:prstGeom prst="rect">
            <a:avLst/>
          </a:prstGeom>
          <a:noFill/>
          <a:ln/>
        </p:spPr>
        <p:txBody>
          <a:bodyPr wrap="square" lIns="0" tIns="0" rIns="0" bIns="0" rtlCol="0" anchor="t"/>
          <a:lstStyle/>
          <a:p>
            <a:pPr algn="l" indent="0" marL="0">
              <a:lnSpc>
                <a:spcPct val="112000"/>
              </a:lnSpc>
              <a:buNone/>
            </a:pPr>
            <a:r>
              <a:rPr lang="en-US" sz="1600" dirty="0">
                <a:solidFill>
                  <a:srgbClr val="F3CF6B"/>
                </a:solidFill>
                <a:latin typeface="Segoe Print" pitchFamily="34" charset="0"/>
                <a:ea typeface="Segoe Print" pitchFamily="34" charset="-122"/>
                <a:cs typeface="Segoe Print" pitchFamily="34" charset="-120"/>
              </a:rPr>
              <a:t>we were the car on lap 3.</a:t>
            </a:r>
            <a:endParaRPr lang="en-US" sz="1600" dirty="0"/>
          </a:p>
        </p:txBody>
      </p:sp>
      <p:pic>
        <p:nvPicPr>
          <p:cNvPr id="11" name="Image 0" descr="C:\Users\vansh\Downloads\Vishu 2\presentation-build\pieces\circling.png">    </p:cNvPr>
          <p:cNvPicPr>
            <a:picLocks noChangeAspect="1"/>
          </p:cNvPicPr>
          <p:nvPr/>
        </p:nvPicPr>
        <p:blipFill>
          <a:blip r:embed="rId1"/>
          <a:stretch>
            <a:fillRect/>
          </a:stretch>
        </p:blipFill>
        <p:spPr>
          <a:xfrm>
            <a:off x="6604000" y="952500"/>
            <a:ext cx="4826000" cy="3810000"/>
          </a:xfrm>
          <a:prstGeom prst="rect">
            <a:avLst/>
          </a:prstGeom>
        </p:spPr>
      </p:pic>
      <p:sp>
        <p:nvSpPr>
          <p:cNvPr id="12" name="Shape 9"/>
          <p:cNvSpPr/>
          <p:nvPr/>
        </p:nvSpPr>
        <p:spPr>
          <a:xfrm>
            <a:off x="762000" y="5016500"/>
            <a:ext cx="10668000" cy="0"/>
          </a:xfrm>
          <a:prstGeom prst="line">
            <a:avLst/>
          </a:prstGeom>
          <a:noFill/>
          <a:ln w="12700">
            <a:solidFill>
              <a:srgbClr val="3A3A42"/>
            </a:solidFill>
            <a:prstDash val="solid"/>
          </a:ln>
        </p:spPr>
      </p:sp>
      <p:sp>
        <p:nvSpPr>
          <p:cNvPr id="13" name="Text 10"/>
          <p:cNvSpPr txBox="1"/>
          <p:nvPr/>
        </p:nvSpPr>
        <p:spPr>
          <a:xfrm>
            <a:off x="762000" y="5156200"/>
            <a:ext cx="3302000" cy="635000"/>
          </a:xfrm>
          <a:prstGeom prst="rect">
            <a:avLst/>
          </a:prstGeom>
          <a:noFill/>
          <a:ln/>
        </p:spPr>
        <p:txBody>
          <a:bodyPr wrap="square" lIns="0" tIns="0" rIns="0" bIns="0" rtlCol="0" anchor="t"/>
          <a:lstStyle/>
          <a:p>
            <a:pPr algn="l" indent="0" marL="0">
              <a:lnSpc>
                <a:spcPct val="85000"/>
              </a:lnSpc>
              <a:buNone/>
            </a:pPr>
            <a:r>
              <a:rPr lang="en-US" sz="5400" spc="-300" kern="0" dirty="0">
                <a:solidFill>
                  <a:srgbClr val="F0F0F3"/>
                </a:solidFill>
                <a:latin typeface="Segoe UI Semibold" pitchFamily="34" charset="0"/>
                <a:ea typeface="Segoe UI Semibold" pitchFamily="34" charset="-122"/>
                <a:cs typeface="Segoe UI Semibold" pitchFamily="34" charset="-120"/>
              </a:rPr>
              <a:t>30%</a:t>
            </a:r>
            <a:endParaRPr lang="en-US" sz="5400" dirty="0"/>
          </a:p>
        </p:txBody>
      </p:sp>
      <p:sp>
        <p:nvSpPr>
          <p:cNvPr id="14" name="Text 11"/>
          <p:cNvSpPr txBox="1"/>
          <p:nvPr/>
        </p:nvSpPr>
        <p:spPr>
          <a:xfrm>
            <a:off x="762000" y="5778500"/>
            <a:ext cx="3175000" cy="444500"/>
          </a:xfrm>
          <a:prstGeom prst="rect">
            <a:avLst/>
          </a:prstGeom>
          <a:noFill/>
          <a:ln/>
        </p:spPr>
        <p:txBody>
          <a:bodyPr wrap="square" lIns="0" tIns="0" rIns="0" bIns="0" rtlCol="0" anchor="t"/>
          <a:lstStyle/>
          <a:p>
            <a:pPr algn="l" indent="0" marL="0">
              <a:lnSpc>
                <a:spcPct val="112000"/>
              </a:lnSpc>
              <a:buNone/>
            </a:pPr>
            <a:r>
              <a:rPr lang="en-US" sz="1200" dirty="0">
                <a:solidFill>
                  <a:srgbClr val="8A8A94"/>
                </a:solidFill>
                <a:latin typeface="Segoe UI" pitchFamily="34" charset="0"/>
                <a:ea typeface="Segoe UI" pitchFamily="34" charset="-122"/>
                <a:cs typeface="Segoe UI" pitchFamily="34" charset="-120"/>
              </a:rPr>
              <a:t>of traffic in busy city centres is drivers cruising for a parking space.</a:t>
            </a:r>
            <a:endParaRPr lang="en-US" sz="1200" dirty="0"/>
          </a:p>
        </p:txBody>
      </p:sp>
      <p:sp>
        <p:nvSpPr>
          <p:cNvPr id="15" name="Text 12"/>
          <p:cNvSpPr txBox="1"/>
          <p:nvPr/>
        </p:nvSpPr>
        <p:spPr>
          <a:xfrm>
            <a:off x="762000" y="6235700"/>
            <a:ext cx="3175000" cy="152400"/>
          </a:xfrm>
          <a:prstGeom prst="rect">
            <a:avLst/>
          </a:prstGeom>
          <a:noFill/>
          <a:ln/>
        </p:spPr>
        <p:txBody>
          <a:bodyPr wrap="square" lIns="0" tIns="0" rIns="0" bIns="0" rtlCol="0" anchor="t"/>
          <a:lstStyle/>
          <a:p>
            <a:pPr algn="l" indent="0" marL="0">
              <a:lnSpc>
                <a:spcPct val="112000"/>
              </a:lnSpc>
              <a:buNone/>
            </a:pPr>
            <a:r>
              <a:rPr lang="en-US" sz="900" dirty="0">
                <a:solidFill>
                  <a:srgbClr val="5E5E67"/>
                </a:solidFill>
                <a:latin typeface="Consolas" pitchFamily="34" charset="0"/>
                <a:ea typeface="Consolas" pitchFamily="34" charset="-122"/>
                <a:cs typeface="Consolas" pitchFamily="34" charset="-120"/>
              </a:rPr>
              <a:t>Shoup, "Cruising for parking", 2006</a:t>
            </a:r>
            <a:endParaRPr lang="en-US" sz="900" dirty="0"/>
          </a:p>
        </p:txBody>
      </p:sp>
      <p:sp>
        <p:nvSpPr>
          <p:cNvPr id="16" name="Text 13"/>
          <p:cNvSpPr txBox="1"/>
          <p:nvPr/>
        </p:nvSpPr>
        <p:spPr>
          <a:xfrm>
            <a:off x="4445000" y="5156200"/>
            <a:ext cx="3302000" cy="635000"/>
          </a:xfrm>
          <a:prstGeom prst="rect">
            <a:avLst/>
          </a:prstGeom>
          <a:noFill/>
          <a:ln/>
        </p:spPr>
        <p:txBody>
          <a:bodyPr wrap="square" lIns="0" tIns="0" rIns="0" bIns="0" rtlCol="0" anchor="t"/>
          <a:lstStyle/>
          <a:p>
            <a:pPr algn="l" indent="0" marL="0">
              <a:lnSpc>
                <a:spcPct val="85000"/>
              </a:lnSpc>
              <a:buNone/>
            </a:pPr>
            <a:r>
              <a:rPr lang="en-US" sz="5400" spc="-300" kern="0" dirty="0">
                <a:solidFill>
                  <a:srgbClr val="F0F0F3"/>
                </a:solidFill>
                <a:latin typeface="Segoe UI Semibold" pitchFamily="34" charset="0"/>
                <a:ea typeface="Segoe UI Semibold" pitchFamily="34" charset="-122"/>
                <a:cs typeface="Segoe UI Semibold" pitchFamily="34" charset="-120"/>
              </a:rPr>
              <a:t>17 h</a:t>
            </a:r>
            <a:endParaRPr lang="en-US" sz="5400" dirty="0"/>
          </a:p>
        </p:txBody>
      </p:sp>
      <p:sp>
        <p:nvSpPr>
          <p:cNvPr id="17" name="Text 14"/>
          <p:cNvSpPr txBox="1"/>
          <p:nvPr/>
        </p:nvSpPr>
        <p:spPr>
          <a:xfrm>
            <a:off x="4445000" y="5778500"/>
            <a:ext cx="3175000" cy="444500"/>
          </a:xfrm>
          <a:prstGeom prst="rect">
            <a:avLst/>
          </a:prstGeom>
          <a:noFill/>
          <a:ln/>
        </p:spPr>
        <p:txBody>
          <a:bodyPr wrap="square" lIns="0" tIns="0" rIns="0" bIns="0" rtlCol="0" anchor="t"/>
          <a:lstStyle/>
          <a:p>
            <a:pPr algn="l" indent="0" marL="0">
              <a:lnSpc>
                <a:spcPct val="112000"/>
              </a:lnSpc>
              <a:buNone/>
            </a:pPr>
            <a:r>
              <a:rPr lang="en-US" sz="1200" dirty="0">
                <a:solidFill>
                  <a:srgbClr val="8A8A94"/>
                </a:solidFill>
                <a:latin typeface="Segoe UI" pitchFamily="34" charset="0"/>
                <a:ea typeface="Segoe UI" pitchFamily="34" charset="-122"/>
                <a:cs typeface="Segoe UI" pitchFamily="34" charset="-120"/>
              </a:rPr>
              <a:t>a year the average driver spends looking for parking.</a:t>
            </a:r>
            <a:endParaRPr lang="en-US" sz="1200" dirty="0"/>
          </a:p>
        </p:txBody>
      </p:sp>
      <p:sp>
        <p:nvSpPr>
          <p:cNvPr id="18" name="Text 15"/>
          <p:cNvSpPr txBox="1"/>
          <p:nvPr/>
        </p:nvSpPr>
        <p:spPr>
          <a:xfrm>
            <a:off x="4445000" y="6235700"/>
            <a:ext cx="3175000" cy="152400"/>
          </a:xfrm>
          <a:prstGeom prst="rect">
            <a:avLst/>
          </a:prstGeom>
          <a:noFill/>
          <a:ln/>
        </p:spPr>
        <p:txBody>
          <a:bodyPr wrap="square" lIns="0" tIns="0" rIns="0" bIns="0" rtlCol="0" anchor="t"/>
          <a:lstStyle/>
          <a:p>
            <a:pPr algn="l" indent="0" marL="0">
              <a:lnSpc>
                <a:spcPct val="112000"/>
              </a:lnSpc>
              <a:buNone/>
            </a:pPr>
            <a:r>
              <a:rPr lang="en-US" sz="900" dirty="0">
                <a:solidFill>
                  <a:srgbClr val="5E5E67"/>
                </a:solidFill>
                <a:latin typeface="Consolas" pitchFamily="34" charset="0"/>
                <a:ea typeface="Consolas" pitchFamily="34" charset="-122"/>
                <a:cs typeface="Consolas" pitchFamily="34" charset="-120"/>
              </a:rPr>
              <a:t>INRIX parking study, 2017</a:t>
            </a:r>
            <a:endParaRPr lang="en-US" sz="900" dirty="0"/>
          </a:p>
        </p:txBody>
      </p:sp>
      <p:sp>
        <p:nvSpPr>
          <p:cNvPr id="19" name="Text 16"/>
          <p:cNvSpPr txBox="1"/>
          <p:nvPr/>
        </p:nvSpPr>
        <p:spPr>
          <a:xfrm>
            <a:off x="8128000" y="5156200"/>
            <a:ext cx="3302000" cy="635000"/>
          </a:xfrm>
          <a:prstGeom prst="rect">
            <a:avLst/>
          </a:prstGeom>
          <a:noFill/>
          <a:ln/>
        </p:spPr>
        <p:txBody>
          <a:bodyPr wrap="square" lIns="0" tIns="0" rIns="0" bIns="0" rtlCol="0" anchor="t"/>
          <a:lstStyle/>
          <a:p>
            <a:pPr algn="l" indent="0" marL="0">
              <a:lnSpc>
                <a:spcPct val="85000"/>
              </a:lnSpc>
              <a:buNone/>
            </a:pPr>
            <a:r>
              <a:rPr lang="en-US" sz="5400" spc="-300" kern="0" dirty="0">
                <a:solidFill>
                  <a:srgbClr val="FFD75A"/>
                </a:solidFill>
                <a:latin typeface="Segoe UI Semibold" pitchFamily="34" charset="0"/>
                <a:ea typeface="Segoe UI Semibold" pitchFamily="34" charset="-122"/>
                <a:cs typeface="Segoe UI Semibold" pitchFamily="34" charset="-120"/>
              </a:rPr>
              <a:t>96</a:t>
            </a:r>
            <a:endParaRPr lang="en-US" sz="5400" dirty="0"/>
          </a:p>
        </p:txBody>
      </p:sp>
      <p:sp>
        <p:nvSpPr>
          <p:cNvPr id="20" name="Text 17"/>
          <p:cNvSpPr txBox="1"/>
          <p:nvPr/>
        </p:nvSpPr>
        <p:spPr>
          <a:xfrm>
            <a:off x="8128000" y="5778500"/>
            <a:ext cx="3175000" cy="444500"/>
          </a:xfrm>
          <a:prstGeom prst="rect">
            <a:avLst/>
          </a:prstGeom>
          <a:noFill/>
          <a:ln/>
        </p:spPr>
        <p:txBody>
          <a:bodyPr wrap="square" lIns="0" tIns="0" rIns="0" bIns="0" rtlCol="0" anchor="t"/>
          <a:lstStyle/>
          <a:p>
            <a:pPr algn="l" indent="0" marL="0">
              <a:lnSpc>
                <a:spcPct val="112000"/>
              </a:lnSpc>
              <a:buNone/>
            </a:pPr>
            <a:r>
              <a:rPr lang="en-US" sz="1200" dirty="0">
                <a:solidFill>
                  <a:srgbClr val="8A8A94"/>
                </a:solidFill>
                <a:latin typeface="Segoe UI" pitchFamily="34" charset="0"/>
                <a:ea typeface="Segoe UI" pitchFamily="34" charset="-122"/>
                <a:cs typeface="Segoe UI" pitchFamily="34" charset="-120"/>
              </a:rPr>
              <a:t>bays in the KIET main lot, and no way to see a free one before you drive in.</a:t>
            </a:r>
            <a:endParaRPr lang="en-US" sz="1200" dirty="0"/>
          </a:p>
        </p:txBody>
      </p:sp>
      <p:sp>
        <p:nvSpPr>
          <p:cNvPr id="21" name="Text 18"/>
          <p:cNvSpPr txBox="1"/>
          <p:nvPr/>
        </p:nvSpPr>
        <p:spPr>
          <a:xfrm>
            <a:off x="8128000" y="6235700"/>
            <a:ext cx="3175000" cy="152400"/>
          </a:xfrm>
          <a:prstGeom prst="rect">
            <a:avLst/>
          </a:prstGeom>
          <a:noFill/>
          <a:ln/>
        </p:spPr>
        <p:txBody>
          <a:bodyPr wrap="square" lIns="0" tIns="0" rIns="0" bIns="0" rtlCol="0" anchor="t"/>
          <a:lstStyle/>
          <a:p>
            <a:pPr algn="l" indent="0" marL="0">
              <a:lnSpc>
                <a:spcPct val="112000"/>
              </a:lnSpc>
              <a:buNone/>
            </a:pPr>
            <a:r>
              <a:rPr lang="en-US" sz="900" dirty="0">
                <a:solidFill>
                  <a:srgbClr val="5E5E67"/>
                </a:solidFill>
                <a:latin typeface="Consolas" pitchFamily="34" charset="0"/>
                <a:ea typeface="Consolas" pitchFamily="34" charset="-122"/>
                <a:cs typeface="Consolas" pitchFamily="34" charset="-120"/>
              </a:rPr>
              <a:t>our survey of the lot</a:t>
            </a:r>
            <a:endParaRPr lang="en-US" sz="900" dirty="0"/>
          </a:p>
        </p:txBody>
      </p:sp>
    </p:spTree>
  </p:cSld>
  <p:clrMapOvr>
    <a:masterClrMapping/>
  </p:clrMapOvr>
  <p:transition xmlns:p14="http://schemas.microsoft.com/office/powerpoint/2010/main" spd="slow" p14:dur="800">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count"/>
          <p:cNvSpPr txBox="1"/>
          <p:nvPr/>
        </p:nvSpPr>
        <p:spPr>
          <a:xfrm>
            <a:off x="10795000" y="215900"/>
            <a:ext cx="635000" cy="254000"/>
          </a:xfrm>
          <a:prstGeom prst="rect">
            <a:avLst/>
          </a:prstGeom>
          <a:noFill/>
          <a:ln/>
        </p:spPr>
        <p:txBody>
          <a:bodyPr wrap="square" lIns="0" tIns="0" rIns="0" bIns="0" rtlCol="0" anchor="ctr"/>
          <a:lstStyle/>
          <a:p>
            <a:pPr algn="r" indent="0" marL="0">
              <a:buNone/>
            </a:pPr>
            <a:r>
              <a:rPr lang="en-US" sz="1000" dirty="0">
                <a:solidFill>
                  <a:srgbClr val="121214"/>
                </a:solidFill>
                <a:latin typeface="Consolas" pitchFamily="34" charset="0"/>
                <a:ea typeface="Consolas" pitchFamily="34" charset="-122"/>
                <a:cs typeface="Consolas" pitchFamily="34" charset="-120"/>
              </a:rPr>
              <a:t>04</a:t>
            </a:r>
            <a:pPr algn="r" indent="0" marL="0">
              <a:buNone/>
            </a:pPr>
            <a:r>
              <a:rPr lang="en-US" sz="1000" dirty="0">
                <a:solidFill>
                  <a:srgbClr val="9A9AA1"/>
                </a:solidFill>
                <a:latin typeface="Consolas" pitchFamily="34" charset="0"/>
                <a:ea typeface="Consolas" pitchFamily="34" charset="-122"/>
                <a:cs typeface="Consolas" pitchFamily="34" charset="-120"/>
              </a:rPr>
              <a:t> / 15</a:t>
            </a:r>
            <a:endParaRPr lang="en-US" sz="1000" dirty="0"/>
          </a:p>
        </p:txBody>
      </p:sp>
      <p:sp>
        <p:nvSpPr>
          <p:cNvPr id="3" name="!!dot"/>
          <p:cNvSpPr/>
          <p:nvPr/>
        </p:nvSpPr>
        <p:spPr>
          <a:xfrm>
            <a:off x="2845707" y="6546850"/>
            <a:ext cx="114300" cy="114300"/>
          </a:xfrm>
          <a:prstGeom prst="ellipse">
            <a:avLst/>
          </a:prstGeom>
          <a:solidFill>
            <a:srgbClr val="D9A91A"/>
          </a:solidFill>
          <a:ln w="38100">
            <a:solidFill>
              <a:srgbClr val="FFD75A"/>
            </a:solidFill>
            <a:prstDash val="solid"/>
          </a:ln>
        </p:spPr>
      </p:sp>
      <p:sp>
        <p:nvSpPr>
          <p:cNvPr id="4" name="!!tagpill"/>
          <p:cNvSpPr/>
          <p:nvPr/>
        </p:nvSpPr>
        <p:spPr>
          <a:xfrm>
            <a:off x="7658100" y="203200"/>
            <a:ext cx="3009900" cy="279400"/>
          </a:xfrm>
          <a:prstGeom prst="roundRect">
            <a:avLst>
              <a:gd name="adj" fmla="val 50000"/>
            </a:avLst>
          </a:prstGeom>
          <a:solidFill>
            <a:srgbClr val="F4F4F1"/>
          </a:solidFill>
          <a:ln w="12700">
            <a:solidFill>
              <a:srgbClr val="C9C9C4"/>
            </a:solidFill>
            <a:prstDash val="solid"/>
          </a:ln>
        </p:spPr>
      </p:sp>
      <p:sp>
        <p:nvSpPr>
          <p:cNvPr id="5" name="!!tagdot"/>
          <p:cNvSpPr/>
          <p:nvPr/>
        </p:nvSpPr>
        <p:spPr>
          <a:xfrm>
            <a:off x="7772400" y="311150"/>
            <a:ext cx="63500" cy="63500"/>
          </a:xfrm>
          <a:prstGeom prst="ellipse">
            <a:avLst/>
          </a:prstGeom>
          <a:solidFill>
            <a:srgbClr val="FFD75A"/>
          </a:solidFill>
          <a:ln w="12700">
            <a:solidFill>
              <a:srgbClr val="FFD75A"/>
            </a:solidFill>
            <a:prstDash val="solid"/>
          </a:ln>
        </p:spPr>
      </p:sp>
      <p:sp>
        <p:nvSpPr>
          <p:cNvPr id="6" name="!!tagtext"/>
          <p:cNvSpPr txBox="1"/>
          <p:nvPr/>
        </p:nvSpPr>
        <p:spPr>
          <a:xfrm>
            <a:off x="7886700" y="203200"/>
            <a:ext cx="2755900" cy="279400"/>
          </a:xfrm>
          <a:prstGeom prst="rect">
            <a:avLst/>
          </a:prstGeom>
          <a:noFill/>
          <a:ln/>
        </p:spPr>
        <p:txBody>
          <a:bodyPr wrap="none" lIns="0" tIns="0" rIns="0" bIns="0" rtlCol="0" anchor="ctr"/>
          <a:lstStyle/>
          <a:p>
            <a:pPr indent="0" marL="0">
              <a:buNone/>
            </a:pPr>
            <a:r>
              <a:rPr lang="en-US" sz="900" b="1" dirty="0">
                <a:solidFill>
                  <a:srgbClr val="121214"/>
                </a:solidFill>
                <a:latin typeface="Consolas" pitchFamily="34" charset="0"/>
                <a:ea typeface="Consolas" pitchFamily="34" charset="-122"/>
                <a:cs typeface="Consolas" pitchFamily="34" charset="-120"/>
              </a:rPr>
              <a:t>Why it was made</a:t>
            </a:r>
            <a:pPr indent="0" marL="0">
              <a:buNone/>
            </a:pPr>
            <a:r>
              <a:rPr lang="en-US" sz="900" dirty="0">
                <a:solidFill>
                  <a:srgbClr val="3C3C42"/>
                </a:solidFill>
                <a:latin typeface="Consolas" pitchFamily="34" charset="0"/>
                <a:ea typeface="Consolas" pitchFamily="34" charset="-122"/>
                <a:cs typeface="Consolas" pitchFamily="34" charset="-120"/>
              </a:rPr>
              <a:t>  ·  What circling costs</a:t>
            </a:r>
            <a:endParaRPr lang="en-US" sz="900" dirty="0"/>
          </a:p>
        </p:txBody>
      </p:sp>
      <p:sp>
        <p:nvSpPr>
          <p:cNvPr id="7" name="Text 18"/>
          <p:cNvSpPr/>
          <p:nvPr>
            <p:ph idx="119" type="body" hasCustomPrompt="1"/>
          </p:nvPr>
        </p:nvSpPr>
        <p:spPr>
          <a:xfrm>
            <a:off x="762000" y="952500"/>
            <a:ext cx="7620000" cy="254000"/>
          </a:xfrm>
          <a:prstGeom prst="rect">
            <a:avLst/>
          </a:prstGeom>
          <a:noFill/>
          <a:ln/>
        </p:spPr>
        <p:txBody>
          <a:bodyPr wrap="square" lIns="0" tIns="0" rIns="0" bIns="0" rtlCol="0" anchor="ctr"/>
          <a:lstStyle/>
          <a:p>
            <a:pPr algn="l" indent="0" marL="0">
              <a:buNone/>
            </a:pPr>
            <a:r>
              <a:rPr lang="en-US" sz="1100" b="1" dirty="0">
                <a:solidFill>
                  <a:srgbClr val="8A6400"/>
                </a:solidFill>
                <a:latin typeface="Consolas" pitchFamily="34" charset="0"/>
                <a:ea typeface="Consolas" pitchFamily="34" charset="-122"/>
                <a:cs typeface="Consolas" pitchFamily="34" charset="-120"/>
              </a:rPr>
              <a:t>02</a:t>
            </a:r>
            <a:pPr algn="l" indent="0" marL="0">
              <a:buNone/>
            </a:pPr>
            <a:r>
              <a:rPr lang="en-US" sz="1100" dirty="0">
                <a:solidFill>
                  <a:srgbClr val="62626A"/>
                </a:solidFill>
                <a:latin typeface="Consolas" pitchFamily="34" charset="0"/>
                <a:ea typeface="Consolas" pitchFamily="34" charset="-122"/>
                <a:cs typeface="Consolas" pitchFamily="34" charset="-120"/>
              </a:rPr>
              <a:t>  ——  What circling costs</a:t>
            </a:r>
            <a:endParaRPr lang="en-US" sz="1100" dirty="0"/>
          </a:p>
        </p:txBody>
      </p:sp>
      <p:sp>
        <p:nvSpPr>
          <p:cNvPr id="8" name="Text 18"/>
          <p:cNvSpPr/>
          <p:nvPr>
            <p:ph idx="120" type="title" hasCustomPrompt="1"/>
          </p:nvPr>
        </p:nvSpPr>
        <p:spPr>
          <a:xfrm>
            <a:off x="762000" y="1295400"/>
            <a:ext cx="10668000" cy="1460500"/>
          </a:xfrm>
          <a:prstGeom prst="rect">
            <a:avLst/>
          </a:prstGeom>
          <a:noFill/>
          <a:ln/>
        </p:spPr>
        <p:txBody>
          <a:bodyPr wrap="square" lIns="0" tIns="0" rIns="0" bIns="0" rtlCol="0" anchor="t"/>
          <a:lstStyle/>
          <a:p>
            <a:pPr algn="l" indent="0" marL="0">
              <a:lnSpc>
                <a:spcPct val="92000"/>
              </a:lnSpc>
              <a:buNone/>
            </a:pPr>
            <a:r>
              <a:rPr lang="en-US" sz="4400" spc="-160" kern="0" dirty="0">
                <a:solidFill>
                  <a:srgbClr val="121214"/>
                </a:solidFill>
                <a:latin typeface="Segoe UI Semibold" pitchFamily="34" charset="0"/>
                <a:ea typeface="Segoe UI Semibold" pitchFamily="34" charset="-122"/>
                <a:cs typeface="Segoe UI Semibold" pitchFamily="34" charset="-120"/>
              </a:rPr>
              <a:t>Circling isn't just annoying.</a:t>
            </a:r>
            <a:endParaRPr lang="en-US" sz="4400" dirty="0"/>
          </a:p>
        </p:txBody>
      </p:sp>
      <p:sp>
        <p:nvSpPr>
          <p:cNvPr id="9" name="cost0"/>
          <p:cNvSpPr/>
          <p:nvPr/>
        </p:nvSpPr>
        <p:spPr>
          <a:xfrm>
            <a:off x="762000" y="2667000"/>
            <a:ext cx="2571750" cy="3302000"/>
          </a:xfrm>
          <a:prstGeom prst="roundRect">
            <a:avLst>
              <a:gd name="adj" fmla="val 5926"/>
            </a:avLst>
          </a:prstGeom>
          <a:solidFill>
            <a:srgbClr val="F8F8F6"/>
          </a:solidFill>
          <a:ln w="12700">
            <a:solidFill>
              <a:srgbClr val="DCDBD6"/>
            </a:solidFill>
            <a:prstDash val="solid"/>
          </a:ln>
          <a:effectLst>
            <a:outerShdw sx="100000" sy="100000" kx="0" ky="0" algn="bl" rotWithShape="0" blurRad="177800" dist="76200" dir="5400000">
              <a:srgbClr val="000000">
                <a:alpha val="10000"/>
              </a:srgbClr>
            </a:outerShdw>
          </a:effectLst>
        </p:spPr>
      </p:sp>
      <p:sp>
        <p:nvSpPr>
          <p:cNvPr id="10" name="Shape 8"/>
          <p:cNvSpPr/>
          <p:nvPr/>
        </p:nvSpPr>
        <p:spPr>
          <a:xfrm>
            <a:off x="977900" y="2895600"/>
            <a:ext cx="406400" cy="406400"/>
          </a:xfrm>
          <a:prstGeom prst="ellipse">
            <a:avLst/>
          </a:prstGeom>
          <a:solidFill>
            <a:srgbClr val="FFD75A"/>
          </a:solidFill>
          <a:ln w="12700">
            <a:solidFill>
              <a:srgbClr val="D9A91A"/>
            </a:solidFill>
            <a:prstDash val="solid"/>
          </a:ln>
        </p:spPr>
      </p:sp>
      <p:sp>
        <p:nvSpPr>
          <p:cNvPr id="11" name="Text 9"/>
          <p:cNvSpPr txBox="1"/>
          <p:nvPr/>
        </p:nvSpPr>
        <p:spPr>
          <a:xfrm>
            <a:off x="977900" y="2895600"/>
            <a:ext cx="406400" cy="406400"/>
          </a:xfrm>
          <a:prstGeom prst="rect">
            <a:avLst/>
          </a:prstGeom>
          <a:noFill/>
          <a:ln/>
        </p:spPr>
        <p:txBody>
          <a:bodyPr wrap="square" lIns="0" tIns="0" rIns="0" bIns="0" rtlCol="0" anchor="ctr"/>
          <a:lstStyle/>
          <a:p>
            <a:pPr algn="ctr" indent="0" marL="0">
              <a:lnSpc>
                <a:spcPct val="112000"/>
              </a:lnSpc>
              <a:buNone/>
            </a:pPr>
            <a:r>
              <a:rPr lang="en-US" sz="1400" b="1" dirty="0">
                <a:solidFill>
                  <a:srgbClr val="17170F"/>
                </a:solidFill>
                <a:latin typeface="Consolas" pitchFamily="34" charset="0"/>
                <a:ea typeface="Consolas" pitchFamily="34" charset="-122"/>
                <a:cs typeface="Consolas" pitchFamily="34" charset="-120"/>
              </a:rPr>
              <a:t>01</a:t>
            </a:r>
            <a:endParaRPr lang="en-US" sz="1400" dirty="0"/>
          </a:p>
        </p:txBody>
      </p:sp>
      <p:sp>
        <p:nvSpPr>
          <p:cNvPr id="12" name="Text 10"/>
          <p:cNvSpPr txBox="1"/>
          <p:nvPr/>
        </p:nvSpPr>
        <p:spPr>
          <a:xfrm>
            <a:off x="977900" y="3556000"/>
            <a:ext cx="2159000" cy="165100"/>
          </a:xfrm>
          <a:prstGeom prst="rect">
            <a:avLst/>
          </a:prstGeom>
          <a:noFill/>
          <a:ln/>
        </p:spPr>
        <p:txBody>
          <a:bodyPr wrap="square" lIns="0" tIns="0" rIns="0" bIns="0" rtlCol="0" anchor="t"/>
          <a:lstStyle/>
          <a:p>
            <a:pPr algn="l" indent="0" marL="0">
              <a:lnSpc>
                <a:spcPct val="112000"/>
              </a:lnSpc>
              <a:buNone/>
            </a:pPr>
            <a:r>
              <a:rPr lang="en-US" sz="1000" spc="150" kern="0" dirty="0">
                <a:solidFill>
                  <a:srgbClr val="8A6400"/>
                </a:solidFill>
                <a:latin typeface="Consolas" pitchFamily="34" charset="0"/>
                <a:ea typeface="Consolas" pitchFamily="34" charset="-122"/>
                <a:cs typeface="Consolas" pitchFamily="34" charset="-120"/>
              </a:rPr>
              <a:t>TIME</a:t>
            </a:r>
            <a:endParaRPr lang="en-US" sz="1000" dirty="0"/>
          </a:p>
        </p:txBody>
      </p:sp>
      <p:sp>
        <p:nvSpPr>
          <p:cNvPr id="13" name="Text 11"/>
          <p:cNvSpPr txBox="1"/>
          <p:nvPr/>
        </p:nvSpPr>
        <p:spPr>
          <a:xfrm>
            <a:off x="977900" y="3784600"/>
            <a:ext cx="2159000" cy="571500"/>
          </a:xfrm>
          <a:prstGeom prst="rect">
            <a:avLst/>
          </a:prstGeom>
          <a:noFill/>
          <a:ln/>
        </p:spPr>
        <p:txBody>
          <a:bodyPr wrap="square" lIns="0" tIns="0" rIns="0" bIns="0" rtlCol="0" anchor="t"/>
          <a:lstStyle/>
          <a:p>
            <a:pPr algn="l" indent="0" marL="0">
              <a:lnSpc>
                <a:spcPct val="102000"/>
              </a:lnSpc>
              <a:buNone/>
            </a:pPr>
            <a:r>
              <a:rPr lang="en-US" sz="2100" spc="-50" kern="0" dirty="0">
                <a:solidFill>
                  <a:srgbClr val="121214"/>
                </a:solidFill>
                <a:latin typeface="Segoe UI Semibold" pitchFamily="34" charset="0"/>
                <a:ea typeface="Segoe UI Semibold" pitchFamily="34" charset="-122"/>
                <a:cs typeface="Segoe UI Semibold" pitchFamily="34" charset="-120"/>
              </a:rPr>
              <a:t>Late for the 10:00 lecture</a:t>
            </a:r>
            <a:endParaRPr lang="en-US" sz="2100" dirty="0"/>
          </a:p>
        </p:txBody>
      </p:sp>
      <p:sp>
        <p:nvSpPr>
          <p:cNvPr id="14" name="Text 12"/>
          <p:cNvSpPr txBox="1"/>
          <p:nvPr/>
        </p:nvSpPr>
        <p:spPr>
          <a:xfrm>
            <a:off x="977900" y="4546600"/>
            <a:ext cx="2159000" cy="1270000"/>
          </a:xfrm>
          <a:prstGeom prst="rect">
            <a:avLst/>
          </a:prstGeom>
          <a:noFill/>
          <a:ln/>
        </p:spPr>
        <p:txBody>
          <a:bodyPr wrap="square" lIns="0" tIns="0" rIns="0" bIns="0" rtlCol="0" anchor="t"/>
          <a:lstStyle/>
          <a:p>
            <a:pPr algn="l" indent="0" marL="0">
              <a:lnSpc>
                <a:spcPct val="112000"/>
              </a:lnSpc>
              <a:buNone/>
            </a:pPr>
            <a:r>
              <a:rPr lang="en-US" sz="1400" dirty="0">
                <a:solidFill>
                  <a:srgbClr val="62626A"/>
                </a:solidFill>
                <a:latin typeface="Segoe UI" pitchFamily="34" charset="0"/>
                <a:ea typeface="Segoe UI" pitchFamily="34" charset="-122"/>
                <a:cs typeface="Segoe UI" pitchFamily="34" charset="-120"/>
              </a:rPr>
              <a:t>Every extra lap is minutes you don't get back, and attendance is taken at the door.</a:t>
            </a:r>
            <a:endParaRPr lang="en-US" sz="1400" dirty="0"/>
          </a:p>
        </p:txBody>
      </p:sp>
      <p:sp>
        <p:nvSpPr>
          <p:cNvPr id="15" name="cost1"/>
          <p:cNvSpPr/>
          <p:nvPr/>
        </p:nvSpPr>
        <p:spPr>
          <a:xfrm>
            <a:off x="3460750" y="2667000"/>
            <a:ext cx="2571750" cy="3302000"/>
          </a:xfrm>
          <a:prstGeom prst="roundRect">
            <a:avLst>
              <a:gd name="adj" fmla="val 5926"/>
            </a:avLst>
          </a:prstGeom>
          <a:solidFill>
            <a:srgbClr val="F8F8F6"/>
          </a:solidFill>
          <a:ln w="12700">
            <a:solidFill>
              <a:srgbClr val="DCDBD6"/>
            </a:solidFill>
            <a:prstDash val="solid"/>
          </a:ln>
          <a:effectLst>
            <a:outerShdw sx="100000" sy="100000" kx="0" ky="0" algn="bl" rotWithShape="0" blurRad="177800" dist="76200" dir="5400000">
              <a:srgbClr val="000000">
                <a:alpha val="10000"/>
              </a:srgbClr>
            </a:outerShdw>
          </a:effectLst>
        </p:spPr>
      </p:sp>
      <p:sp>
        <p:nvSpPr>
          <p:cNvPr id="16" name="Shape 14"/>
          <p:cNvSpPr/>
          <p:nvPr/>
        </p:nvSpPr>
        <p:spPr>
          <a:xfrm>
            <a:off x="3676650" y="2895600"/>
            <a:ext cx="406400" cy="406400"/>
          </a:xfrm>
          <a:prstGeom prst="ellipse">
            <a:avLst/>
          </a:prstGeom>
          <a:solidFill>
            <a:srgbClr val="FFD75A"/>
          </a:solidFill>
          <a:ln w="12700">
            <a:solidFill>
              <a:srgbClr val="D9A91A"/>
            </a:solidFill>
            <a:prstDash val="solid"/>
          </a:ln>
        </p:spPr>
      </p:sp>
      <p:sp>
        <p:nvSpPr>
          <p:cNvPr id="17" name="Text 15"/>
          <p:cNvSpPr txBox="1"/>
          <p:nvPr/>
        </p:nvSpPr>
        <p:spPr>
          <a:xfrm>
            <a:off x="3676650" y="2895600"/>
            <a:ext cx="406400" cy="406400"/>
          </a:xfrm>
          <a:prstGeom prst="rect">
            <a:avLst/>
          </a:prstGeom>
          <a:noFill/>
          <a:ln/>
        </p:spPr>
        <p:txBody>
          <a:bodyPr wrap="square" lIns="0" tIns="0" rIns="0" bIns="0" rtlCol="0" anchor="ctr"/>
          <a:lstStyle/>
          <a:p>
            <a:pPr algn="ctr" indent="0" marL="0">
              <a:lnSpc>
                <a:spcPct val="112000"/>
              </a:lnSpc>
              <a:buNone/>
            </a:pPr>
            <a:r>
              <a:rPr lang="en-US" sz="1400" b="1" dirty="0">
                <a:solidFill>
                  <a:srgbClr val="17170F"/>
                </a:solidFill>
                <a:latin typeface="Consolas" pitchFamily="34" charset="0"/>
                <a:ea typeface="Consolas" pitchFamily="34" charset="-122"/>
                <a:cs typeface="Consolas" pitchFamily="34" charset="-120"/>
              </a:rPr>
              <a:t>02</a:t>
            </a:r>
            <a:endParaRPr lang="en-US" sz="1400" dirty="0"/>
          </a:p>
        </p:txBody>
      </p:sp>
      <p:sp>
        <p:nvSpPr>
          <p:cNvPr id="18" name="Text 16"/>
          <p:cNvSpPr txBox="1"/>
          <p:nvPr/>
        </p:nvSpPr>
        <p:spPr>
          <a:xfrm>
            <a:off x="3676650" y="3556000"/>
            <a:ext cx="2159000" cy="165100"/>
          </a:xfrm>
          <a:prstGeom prst="rect">
            <a:avLst/>
          </a:prstGeom>
          <a:noFill/>
          <a:ln/>
        </p:spPr>
        <p:txBody>
          <a:bodyPr wrap="square" lIns="0" tIns="0" rIns="0" bIns="0" rtlCol="0" anchor="t"/>
          <a:lstStyle/>
          <a:p>
            <a:pPr algn="l" indent="0" marL="0">
              <a:lnSpc>
                <a:spcPct val="112000"/>
              </a:lnSpc>
              <a:buNone/>
            </a:pPr>
            <a:r>
              <a:rPr lang="en-US" sz="1000" spc="150" kern="0" dirty="0">
                <a:solidFill>
                  <a:srgbClr val="8A6400"/>
                </a:solidFill>
                <a:latin typeface="Consolas" pitchFamily="34" charset="0"/>
                <a:ea typeface="Consolas" pitchFamily="34" charset="-122"/>
                <a:cs typeface="Consolas" pitchFamily="34" charset="-120"/>
              </a:rPr>
              <a:t>FUEL &amp; AIR</a:t>
            </a:r>
            <a:endParaRPr lang="en-US" sz="1000" dirty="0"/>
          </a:p>
        </p:txBody>
      </p:sp>
      <p:sp>
        <p:nvSpPr>
          <p:cNvPr id="19" name="Text 17"/>
          <p:cNvSpPr txBox="1"/>
          <p:nvPr/>
        </p:nvSpPr>
        <p:spPr>
          <a:xfrm>
            <a:off x="3676650" y="3784600"/>
            <a:ext cx="2159000" cy="571500"/>
          </a:xfrm>
          <a:prstGeom prst="rect">
            <a:avLst/>
          </a:prstGeom>
          <a:noFill/>
          <a:ln/>
        </p:spPr>
        <p:txBody>
          <a:bodyPr wrap="square" lIns="0" tIns="0" rIns="0" bIns="0" rtlCol="0" anchor="t"/>
          <a:lstStyle/>
          <a:p>
            <a:pPr algn="l" indent="0" marL="0">
              <a:lnSpc>
                <a:spcPct val="102000"/>
              </a:lnSpc>
              <a:buNone/>
            </a:pPr>
            <a:r>
              <a:rPr lang="en-US" sz="2100" spc="-50" kern="0" dirty="0">
                <a:solidFill>
                  <a:srgbClr val="121214"/>
                </a:solidFill>
                <a:latin typeface="Segoe UI Semibold" pitchFamily="34" charset="0"/>
                <a:ea typeface="Segoe UI Semibold" pitchFamily="34" charset="-122"/>
                <a:cs typeface="Segoe UI Semibold" pitchFamily="34" charset="-120"/>
              </a:rPr>
              <a:t>Burning fuel to go nowhere</a:t>
            </a:r>
            <a:endParaRPr lang="en-US" sz="2100" dirty="0"/>
          </a:p>
        </p:txBody>
      </p:sp>
      <p:sp>
        <p:nvSpPr>
          <p:cNvPr id="20" name="Text 18"/>
          <p:cNvSpPr txBox="1"/>
          <p:nvPr/>
        </p:nvSpPr>
        <p:spPr>
          <a:xfrm>
            <a:off x="3676650" y="4546600"/>
            <a:ext cx="2159000" cy="1270000"/>
          </a:xfrm>
          <a:prstGeom prst="rect">
            <a:avLst/>
          </a:prstGeom>
          <a:noFill/>
          <a:ln/>
        </p:spPr>
        <p:txBody>
          <a:bodyPr wrap="square" lIns="0" tIns="0" rIns="0" bIns="0" rtlCol="0" anchor="t"/>
          <a:lstStyle/>
          <a:p>
            <a:pPr algn="l" indent="0" marL="0">
              <a:lnSpc>
                <a:spcPct val="112000"/>
              </a:lnSpc>
              <a:buNone/>
            </a:pPr>
            <a:r>
              <a:rPr lang="en-US" sz="1400" dirty="0">
                <a:solidFill>
                  <a:srgbClr val="62626A"/>
                </a:solidFill>
                <a:latin typeface="Segoe UI" pitchFamily="34" charset="0"/>
                <a:ea typeface="Segoe UI" pitchFamily="34" charset="-122"/>
                <a:cs typeface="Segoe UI" pitchFamily="34" charset="-120"/>
              </a:rPr>
              <a:t>A car crawling around the lot in first gear burns fuel and puts out exhaust right next to the classrooms.</a:t>
            </a:r>
            <a:endParaRPr lang="en-US" sz="1400" dirty="0"/>
          </a:p>
        </p:txBody>
      </p:sp>
      <p:sp>
        <p:nvSpPr>
          <p:cNvPr id="21" name="cost2"/>
          <p:cNvSpPr/>
          <p:nvPr/>
        </p:nvSpPr>
        <p:spPr>
          <a:xfrm>
            <a:off x="6159500" y="2667000"/>
            <a:ext cx="2571750" cy="3302000"/>
          </a:xfrm>
          <a:prstGeom prst="roundRect">
            <a:avLst>
              <a:gd name="adj" fmla="val 5926"/>
            </a:avLst>
          </a:prstGeom>
          <a:solidFill>
            <a:srgbClr val="F8F8F6"/>
          </a:solidFill>
          <a:ln w="12700">
            <a:solidFill>
              <a:srgbClr val="DCDBD6"/>
            </a:solidFill>
            <a:prstDash val="solid"/>
          </a:ln>
          <a:effectLst>
            <a:outerShdw sx="100000" sy="100000" kx="0" ky="0" algn="bl" rotWithShape="0" blurRad="177800" dist="76200" dir="5400000">
              <a:srgbClr val="000000">
                <a:alpha val="10000"/>
              </a:srgbClr>
            </a:outerShdw>
          </a:effectLst>
        </p:spPr>
      </p:sp>
      <p:sp>
        <p:nvSpPr>
          <p:cNvPr id="22" name="Shape 20"/>
          <p:cNvSpPr/>
          <p:nvPr/>
        </p:nvSpPr>
        <p:spPr>
          <a:xfrm>
            <a:off x="6375400" y="2895600"/>
            <a:ext cx="406400" cy="406400"/>
          </a:xfrm>
          <a:prstGeom prst="ellipse">
            <a:avLst/>
          </a:prstGeom>
          <a:solidFill>
            <a:srgbClr val="FFD75A"/>
          </a:solidFill>
          <a:ln w="12700">
            <a:solidFill>
              <a:srgbClr val="D9A91A"/>
            </a:solidFill>
            <a:prstDash val="solid"/>
          </a:ln>
        </p:spPr>
      </p:sp>
      <p:sp>
        <p:nvSpPr>
          <p:cNvPr id="23" name="Text 21"/>
          <p:cNvSpPr txBox="1"/>
          <p:nvPr/>
        </p:nvSpPr>
        <p:spPr>
          <a:xfrm>
            <a:off x="6375400" y="2895600"/>
            <a:ext cx="406400" cy="406400"/>
          </a:xfrm>
          <a:prstGeom prst="rect">
            <a:avLst/>
          </a:prstGeom>
          <a:noFill/>
          <a:ln/>
        </p:spPr>
        <p:txBody>
          <a:bodyPr wrap="square" lIns="0" tIns="0" rIns="0" bIns="0" rtlCol="0" anchor="ctr"/>
          <a:lstStyle/>
          <a:p>
            <a:pPr algn="ctr" indent="0" marL="0">
              <a:lnSpc>
                <a:spcPct val="112000"/>
              </a:lnSpc>
              <a:buNone/>
            </a:pPr>
            <a:r>
              <a:rPr lang="en-US" sz="1400" b="1" dirty="0">
                <a:solidFill>
                  <a:srgbClr val="17170F"/>
                </a:solidFill>
                <a:latin typeface="Consolas" pitchFamily="34" charset="0"/>
                <a:ea typeface="Consolas" pitchFamily="34" charset="-122"/>
                <a:cs typeface="Consolas" pitchFamily="34" charset="-120"/>
              </a:rPr>
              <a:t>03</a:t>
            </a:r>
            <a:endParaRPr lang="en-US" sz="1400" dirty="0"/>
          </a:p>
        </p:txBody>
      </p:sp>
      <p:sp>
        <p:nvSpPr>
          <p:cNvPr id="24" name="Text 22"/>
          <p:cNvSpPr txBox="1"/>
          <p:nvPr/>
        </p:nvSpPr>
        <p:spPr>
          <a:xfrm>
            <a:off x="6375400" y="3556000"/>
            <a:ext cx="2159000" cy="165100"/>
          </a:xfrm>
          <a:prstGeom prst="rect">
            <a:avLst/>
          </a:prstGeom>
          <a:noFill/>
          <a:ln/>
        </p:spPr>
        <p:txBody>
          <a:bodyPr wrap="square" lIns="0" tIns="0" rIns="0" bIns="0" rtlCol="0" anchor="t"/>
          <a:lstStyle/>
          <a:p>
            <a:pPr algn="l" indent="0" marL="0">
              <a:lnSpc>
                <a:spcPct val="112000"/>
              </a:lnSpc>
              <a:buNone/>
            </a:pPr>
            <a:r>
              <a:rPr lang="en-US" sz="1000" spc="150" kern="0" dirty="0">
                <a:solidFill>
                  <a:srgbClr val="8A6400"/>
                </a:solidFill>
                <a:latin typeface="Consolas" pitchFamily="34" charset="0"/>
                <a:ea typeface="Consolas" pitchFamily="34" charset="-122"/>
                <a:cs typeface="Consolas" pitchFamily="34" charset="-120"/>
              </a:rPr>
              <a:t>SAFETY</a:t>
            </a:r>
            <a:endParaRPr lang="en-US" sz="1000" dirty="0"/>
          </a:p>
        </p:txBody>
      </p:sp>
      <p:sp>
        <p:nvSpPr>
          <p:cNvPr id="25" name="Text 23"/>
          <p:cNvSpPr txBox="1"/>
          <p:nvPr/>
        </p:nvSpPr>
        <p:spPr>
          <a:xfrm>
            <a:off x="6375400" y="3784600"/>
            <a:ext cx="2159000" cy="571500"/>
          </a:xfrm>
          <a:prstGeom prst="rect">
            <a:avLst/>
          </a:prstGeom>
          <a:noFill/>
          <a:ln/>
        </p:spPr>
        <p:txBody>
          <a:bodyPr wrap="square" lIns="0" tIns="0" rIns="0" bIns="0" rtlCol="0" anchor="t"/>
          <a:lstStyle/>
          <a:p>
            <a:pPr algn="l" indent="0" marL="0">
              <a:lnSpc>
                <a:spcPct val="102000"/>
              </a:lnSpc>
              <a:buNone/>
            </a:pPr>
            <a:r>
              <a:rPr lang="en-US" sz="2100" spc="-50" kern="0" dirty="0">
                <a:solidFill>
                  <a:srgbClr val="121214"/>
                </a:solidFill>
                <a:latin typeface="Segoe UI Semibold" pitchFamily="34" charset="0"/>
                <a:ea typeface="Segoe UI Semibold" pitchFamily="34" charset="-122"/>
                <a:cs typeface="Segoe UI Semibold" pitchFamily="34" charset="-120"/>
              </a:rPr>
              <a:t>Eyes on gaps, not on people</a:t>
            </a:r>
            <a:endParaRPr lang="en-US" sz="2100" dirty="0"/>
          </a:p>
        </p:txBody>
      </p:sp>
      <p:sp>
        <p:nvSpPr>
          <p:cNvPr id="26" name="Text 24"/>
          <p:cNvSpPr txBox="1"/>
          <p:nvPr/>
        </p:nvSpPr>
        <p:spPr>
          <a:xfrm>
            <a:off x="6375400" y="4546600"/>
            <a:ext cx="2159000" cy="1270000"/>
          </a:xfrm>
          <a:prstGeom prst="rect">
            <a:avLst/>
          </a:prstGeom>
          <a:noFill/>
          <a:ln/>
        </p:spPr>
        <p:txBody>
          <a:bodyPr wrap="square" lIns="0" tIns="0" rIns="0" bIns="0" rtlCol="0" anchor="t"/>
          <a:lstStyle/>
          <a:p>
            <a:pPr algn="l" indent="0" marL="0">
              <a:lnSpc>
                <a:spcPct val="112000"/>
              </a:lnSpc>
              <a:buNone/>
            </a:pPr>
            <a:r>
              <a:rPr lang="en-US" sz="1400" dirty="0">
                <a:solidFill>
                  <a:srgbClr val="62626A"/>
                </a:solidFill>
                <a:latin typeface="Segoe UI" pitchFamily="34" charset="0"/>
                <a:ea typeface="Segoe UI" pitchFamily="34" charset="-122"/>
                <a:cs typeface="Segoe UI" pitchFamily="34" charset="-120"/>
              </a:rPr>
              <a:t>A driver hunting for a bay is watching for gaps, not for the students walking to class.</a:t>
            </a:r>
            <a:endParaRPr lang="en-US" sz="1400" dirty="0"/>
          </a:p>
        </p:txBody>
      </p:sp>
      <p:sp>
        <p:nvSpPr>
          <p:cNvPr id="27" name="cost3"/>
          <p:cNvSpPr/>
          <p:nvPr/>
        </p:nvSpPr>
        <p:spPr>
          <a:xfrm>
            <a:off x="8858250" y="2667000"/>
            <a:ext cx="2571750" cy="3302000"/>
          </a:xfrm>
          <a:prstGeom prst="roundRect">
            <a:avLst>
              <a:gd name="adj" fmla="val 5926"/>
            </a:avLst>
          </a:prstGeom>
          <a:solidFill>
            <a:srgbClr val="F8F8F6"/>
          </a:solidFill>
          <a:ln w="12700">
            <a:solidFill>
              <a:srgbClr val="DCDBD6"/>
            </a:solidFill>
            <a:prstDash val="solid"/>
          </a:ln>
          <a:effectLst>
            <a:outerShdw sx="100000" sy="100000" kx="0" ky="0" algn="bl" rotWithShape="0" blurRad="177800" dist="76200" dir="5400000">
              <a:srgbClr val="000000">
                <a:alpha val="10000"/>
              </a:srgbClr>
            </a:outerShdw>
          </a:effectLst>
        </p:spPr>
      </p:sp>
      <p:sp>
        <p:nvSpPr>
          <p:cNvPr id="28" name="Shape 26"/>
          <p:cNvSpPr/>
          <p:nvPr/>
        </p:nvSpPr>
        <p:spPr>
          <a:xfrm>
            <a:off x="9074150" y="2895600"/>
            <a:ext cx="406400" cy="406400"/>
          </a:xfrm>
          <a:prstGeom prst="ellipse">
            <a:avLst/>
          </a:prstGeom>
          <a:solidFill>
            <a:srgbClr val="FFD75A"/>
          </a:solidFill>
          <a:ln w="12700">
            <a:solidFill>
              <a:srgbClr val="D9A91A"/>
            </a:solidFill>
            <a:prstDash val="solid"/>
          </a:ln>
        </p:spPr>
      </p:sp>
      <p:sp>
        <p:nvSpPr>
          <p:cNvPr id="29" name="Text 27"/>
          <p:cNvSpPr txBox="1"/>
          <p:nvPr/>
        </p:nvSpPr>
        <p:spPr>
          <a:xfrm>
            <a:off x="9074150" y="2895600"/>
            <a:ext cx="406400" cy="406400"/>
          </a:xfrm>
          <a:prstGeom prst="rect">
            <a:avLst/>
          </a:prstGeom>
          <a:noFill/>
          <a:ln/>
        </p:spPr>
        <p:txBody>
          <a:bodyPr wrap="square" lIns="0" tIns="0" rIns="0" bIns="0" rtlCol="0" anchor="ctr"/>
          <a:lstStyle/>
          <a:p>
            <a:pPr algn="ctr" indent="0" marL="0">
              <a:lnSpc>
                <a:spcPct val="112000"/>
              </a:lnSpc>
              <a:buNone/>
            </a:pPr>
            <a:r>
              <a:rPr lang="en-US" sz="1400" b="1" dirty="0">
                <a:solidFill>
                  <a:srgbClr val="17170F"/>
                </a:solidFill>
                <a:latin typeface="Consolas" pitchFamily="34" charset="0"/>
                <a:ea typeface="Consolas" pitchFamily="34" charset="-122"/>
                <a:cs typeface="Consolas" pitchFamily="34" charset="-120"/>
              </a:rPr>
              <a:t>04</a:t>
            </a:r>
            <a:endParaRPr lang="en-US" sz="1400" dirty="0"/>
          </a:p>
        </p:txBody>
      </p:sp>
      <p:sp>
        <p:nvSpPr>
          <p:cNvPr id="30" name="Text 28"/>
          <p:cNvSpPr txBox="1"/>
          <p:nvPr/>
        </p:nvSpPr>
        <p:spPr>
          <a:xfrm>
            <a:off x="9074150" y="3556000"/>
            <a:ext cx="2159000" cy="165100"/>
          </a:xfrm>
          <a:prstGeom prst="rect">
            <a:avLst/>
          </a:prstGeom>
          <a:noFill/>
          <a:ln/>
        </p:spPr>
        <p:txBody>
          <a:bodyPr wrap="square" lIns="0" tIns="0" rIns="0" bIns="0" rtlCol="0" anchor="t"/>
          <a:lstStyle/>
          <a:p>
            <a:pPr algn="l" indent="0" marL="0">
              <a:lnSpc>
                <a:spcPct val="112000"/>
              </a:lnSpc>
              <a:buNone/>
            </a:pPr>
            <a:r>
              <a:rPr lang="en-US" sz="1000" spc="150" kern="0" dirty="0">
                <a:solidFill>
                  <a:srgbClr val="8A6400"/>
                </a:solidFill>
                <a:latin typeface="Consolas" pitchFamily="34" charset="0"/>
                <a:ea typeface="Consolas" pitchFamily="34" charset="-122"/>
                <a:cs typeface="Consolas" pitchFamily="34" charset="-120"/>
              </a:rPr>
              <a:t>SPACE</a:t>
            </a:r>
            <a:endParaRPr lang="en-US" sz="1000" dirty="0"/>
          </a:p>
        </p:txBody>
      </p:sp>
      <p:sp>
        <p:nvSpPr>
          <p:cNvPr id="31" name="Text 29"/>
          <p:cNvSpPr txBox="1"/>
          <p:nvPr/>
        </p:nvSpPr>
        <p:spPr>
          <a:xfrm>
            <a:off x="9074150" y="3784600"/>
            <a:ext cx="2159000" cy="571500"/>
          </a:xfrm>
          <a:prstGeom prst="rect">
            <a:avLst/>
          </a:prstGeom>
          <a:noFill/>
          <a:ln/>
        </p:spPr>
        <p:txBody>
          <a:bodyPr wrap="square" lIns="0" tIns="0" rIns="0" bIns="0" rtlCol="0" anchor="t"/>
          <a:lstStyle/>
          <a:p>
            <a:pPr algn="l" indent="0" marL="0">
              <a:lnSpc>
                <a:spcPct val="102000"/>
              </a:lnSpc>
              <a:buNone/>
            </a:pPr>
            <a:r>
              <a:rPr lang="en-US" sz="2100" spc="-50" kern="0" dirty="0">
                <a:solidFill>
                  <a:srgbClr val="121214"/>
                </a:solidFill>
                <a:latin typeface="Segoe UI Semibold" pitchFamily="34" charset="0"/>
                <a:ea typeface="Segoe UI Semibold" pitchFamily="34" charset="-122"/>
                <a:cs typeface="Segoe UI Semibold" pitchFamily="34" charset="-120"/>
              </a:rPr>
              <a:t>Free bays nobody finds</a:t>
            </a:r>
            <a:endParaRPr lang="en-US" sz="2100" dirty="0"/>
          </a:p>
        </p:txBody>
      </p:sp>
      <p:sp>
        <p:nvSpPr>
          <p:cNvPr id="32" name="Text 30"/>
          <p:cNvSpPr txBox="1"/>
          <p:nvPr/>
        </p:nvSpPr>
        <p:spPr>
          <a:xfrm>
            <a:off x="9074150" y="4546600"/>
            <a:ext cx="2159000" cy="1270000"/>
          </a:xfrm>
          <a:prstGeom prst="rect">
            <a:avLst/>
          </a:prstGeom>
          <a:noFill/>
          <a:ln/>
        </p:spPr>
        <p:txBody>
          <a:bodyPr wrap="square" lIns="0" tIns="0" rIns="0" bIns="0" rtlCol="0" anchor="t"/>
          <a:lstStyle/>
          <a:p>
            <a:pPr algn="l" indent="0" marL="0">
              <a:lnSpc>
                <a:spcPct val="112000"/>
              </a:lnSpc>
              <a:buNone/>
            </a:pPr>
            <a:r>
              <a:rPr lang="en-US" sz="1400" dirty="0">
                <a:solidFill>
                  <a:srgbClr val="62626A"/>
                </a:solidFill>
                <a:latin typeface="Segoe UI" pitchFamily="34" charset="0"/>
                <a:ea typeface="Segoe UI" pitchFamily="34" charset="-122"/>
                <a:cs typeface="Segoe UI" pitchFamily="34" charset="-120"/>
              </a:rPr>
              <a:t>The lot often isn't full at all. It only looks full from where you're standing.</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count"/>
          <p:cNvSpPr txBox="1"/>
          <p:nvPr/>
        </p:nvSpPr>
        <p:spPr>
          <a:xfrm>
            <a:off x="10795000" y="215900"/>
            <a:ext cx="635000" cy="254000"/>
          </a:xfrm>
          <a:prstGeom prst="rect">
            <a:avLst/>
          </a:prstGeom>
          <a:noFill/>
          <a:ln/>
        </p:spPr>
        <p:txBody>
          <a:bodyPr wrap="square" lIns="0" tIns="0" rIns="0" bIns="0" rtlCol="0" anchor="ctr"/>
          <a:lstStyle/>
          <a:p>
            <a:pPr algn="r" indent="0" marL="0">
              <a:buNone/>
            </a:pPr>
            <a:r>
              <a:rPr lang="en-US" sz="1000" dirty="0">
                <a:solidFill>
                  <a:srgbClr val="121214"/>
                </a:solidFill>
                <a:latin typeface="Consolas" pitchFamily="34" charset="0"/>
                <a:ea typeface="Consolas" pitchFamily="34" charset="-122"/>
                <a:cs typeface="Consolas" pitchFamily="34" charset="-120"/>
              </a:rPr>
              <a:t>05</a:t>
            </a:r>
            <a:pPr algn="r" indent="0" marL="0">
              <a:buNone/>
            </a:pPr>
            <a:r>
              <a:rPr lang="en-US" sz="1000" dirty="0">
                <a:solidFill>
                  <a:srgbClr val="9A9AA1"/>
                </a:solidFill>
                <a:latin typeface="Consolas" pitchFamily="34" charset="0"/>
                <a:ea typeface="Consolas" pitchFamily="34" charset="-122"/>
                <a:cs typeface="Consolas" pitchFamily="34" charset="-120"/>
              </a:rPr>
              <a:t> / 15</a:t>
            </a:r>
            <a:endParaRPr lang="en-US" sz="1000" dirty="0"/>
          </a:p>
        </p:txBody>
      </p:sp>
      <p:sp>
        <p:nvSpPr>
          <p:cNvPr id="3" name="!!dot"/>
          <p:cNvSpPr/>
          <p:nvPr/>
        </p:nvSpPr>
        <p:spPr>
          <a:xfrm>
            <a:off x="3643993" y="6546850"/>
            <a:ext cx="114300" cy="114300"/>
          </a:xfrm>
          <a:prstGeom prst="ellipse">
            <a:avLst/>
          </a:prstGeom>
          <a:solidFill>
            <a:srgbClr val="D9A91A"/>
          </a:solidFill>
          <a:ln w="38100">
            <a:solidFill>
              <a:srgbClr val="FFD75A"/>
            </a:solidFill>
            <a:prstDash val="solid"/>
          </a:ln>
        </p:spPr>
      </p:sp>
      <p:sp>
        <p:nvSpPr>
          <p:cNvPr id="4" name="!!tagpill"/>
          <p:cNvSpPr/>
          <p:nvPr/>
        </p:nvSpPr>
        <p:spPr>
          <a:xfrm>
            <a:off x="7594600" y="203200"/>
            <a:ext cx="3073400" cy="279400"/>
          </a:xfrm>
          <a:prstGeom prst="roundRect">
            <a:avLst>
              <a:gd name="adj" fmla="val 50000"/>
            </a:avLst>
          </a:prstGeom>
          <a:solidFill>
            <a:srgbClr val="F4F4F1"/>
          </a:solidFill>
          <a:ln w="12700">
            <a:solidFill>
              <a:srgbClr val="C9C9C4"/>
            </a:solidFill>
            <a:prstDash val="solid"/>
          </a:ln>
        </p:spPr>
      </p:sp>
      <p:sp>
        <p:nvSpPr>
          <p:cNvPr id="5" name="!!tagdot"/>
          <p:cNvSpPr/>
          <p:nvPr/>
        </p:nvSpPr>
        <p:spPr>
          <a:xfrm>
            <a:off x="7708900" y="311150"/>
            <a:ext cx="63500" cy="63500"/>
          </a:xfrm>
          <a:prstGeom prst="ellipse">
            <a:avLst/>
          </a:prstGeom>
          <a:solidFill>
            <a:srgbClr val="FFD75A"/>
          </a:solidFill>
          <a:ln w="12700">
            <a:solidFill>
              <a:srgbClr val="FFD75A"/>
            </a:solidFill>
            <a:prstDash val="solid"/>
          </a:ln>
        </p:spPr>
      </p:sp>
      <p:sp>
        <p:nvSpPr>
          <p:cNvPr id="6" name="!!tagtext"/>
          <p:cNvSpPr txBox="1"/>
          <p:nvPr/>
        </p:nvSpPr>
        <p:spPr>
          <a:xfrm>
            <a:off x="7823200" y="203200"/>
            <a:ext cx="2819400" cy="279400"/>
          </a:xfrm>
          <a:prstGeom prst="rect">
            <a:avLst/>
          </a:prstGeom>
          <a:noFill/>
          <a:ln/>
        </p:spPr>
        <p:txBody>
          <a:bodyPr wrap="none" lIns="0" tIns="0" rIns="0" bIns="0" rtlCol="0" anchor="ctr"/>
          <a:lstStyle/>
          <a:p>
            <a:pPr indent="0" marL="0">
              <a:buNone/>
            </a:pPr>
            <a:r>
              <a:rPr lang="en-US" sz="900" b="1" dirty="0">
                <a:solidFill>
                  <a:srgbClr val="121214"/>
                </a:solidFill>
                <a:latin typeface="Consolas" pitchFamily="34" charset="0"/>
                <a:ea typeface="Consolas" pitchFamily="34" charset="-122"/>
                <a:cs typeface="Consolas" pitchFamily="34" charset="-120"/>
              </a:rPr>
              <a:t>Why it was made</a:t>
            </a:r>
            <a:pPr indent="0" marL="0">
              <a:buNone/>
            </a:pPr>
            <a:r>
              <a:rPr lang="en-US" sz="900" dirty="0">
                <a:solidFill>
                  <a:srgbClr val="3C3C42"/>
                </a:solidFill>
                <a:latin typeface="Consolas" pitchFamily="34" charset="0"/>
                <a:ea typeface="Consolas" pitchFamily="34" charset="-122"/>
                <a:cs typeface="Consolas" pitchFamily="34" charset="-120"/>
              </a:rPr>
              <a:t>  ·  Why nothing fixed it</a:t>
            </a:r>
            <a:endParaRPr lang="en-US" sz="900" dirty="0"/>
          </a:p>
        </p:txBody>
      </p:sp>
      <p:sp>
        <p:nvSpPr>
          <p:cNvPr id="7" name="Text 18"/>
          <p:cNvSpPr/>
          <p:nvPr>
            <p:ph idx="119" type="body" hasCustomPrompt="1"/>
          </p:nvPr>
        </p:nvSpPr>
        <p:spPr>
          <a:xfrm>
            <a:off x="762000" y="952500"/>
            <a:ext cx="7620000" cy="254000"/>
          </a:xfrm>
          <a:prstGeom prst="rect">
            <a:avLst/>
          </a:prstGeom>
          <a:noFill/>
          <a:ln/>
        </p:spPr>
        <p:txBody>
          <a:bodyPr wrap="square" lIns="0" tIns="0" rIns="0" bIns="0" rtlCol="0" anchor="ctr"/>
          <a:lstStyle/>
          <a:p>
            <a:pPr algn="l" indent="0" marL="0">
              <a:buNone/>
            </a:pPr>
            <a:r>
              <a:rPr lang="en-US" sz="1100" b="1" dirty="0">
                <a:solidFill>
                  <a:srgbClr val="8A6400"/>
                </a:solidFill>
                <a:latin typeface="Consolas" pitchFamily="34" charset="0"/>
                <a:ea typeface="Consolas" pitchFamily="34" charset="-122"/>
                <a:cs typeface="Consolas" pitchFamily="34" charset="-120"/>
              </a:rPr>
              <a:t>03</a:t>
            </a:r>
            <a:pPr algn="l" indent="0" marL="0">
              <a:buNone/>
            </a:pPr>
            <a:r>
              <a:rPr lang="en-US" sz="1100" dirty="0">
                <a:solidFill>
                  <a:srgbClr val="62626A"/>
                </a:solidFill>
                <a:latin typeface="Consolas" pitchFamily="34" charset="0"/>
                <a:ea typeface="Consolas" pitchFamily="34" charset="-122"/>
                <a:cs typeface="Consolas" pitchFamily="34" charset="-120"/>
              </a:rPr>
              <a:t>  ——  Why nothing fixed it</a:t>
            </a:r>
            <a:endParaRPr lang="en-US" sz="1100" dirty="0"/>
          </a:p>
        </p:txBody>
      </p:sp>
      <p:sp>
        <p:nvSpPr>
          <p:cNvPr id="8" name="Text 18"/>
          <p:cNvSpPr/>
          <p:nvPr>
            <p:ph idx="120" type="title" hasCustomPrompt="1"/>
          </p:nvPr>
        </p:nvSpPr>
        <p:spPr>
          <a:xfrm>
            <a:off x="762000" y="1295400"/>
            <a:ext cx="10668000" cy="1460500"/>
          </a:xfrm>
          <a:prstGeom prst="rect">
            <a:avLst/>
          </a:prstGeom>
          <a:noFill/>
          <a:ln/>
        </p:spPr>
        <p:txBody>
          <a:bodyPr wrap="square" lIns="0" tIns="0" rIns="0" bIns="0" rtlCol="0" anchor="t"/>
          <a:lstStyle/>
          <a:p>
            <a:pPr algn="l" indent="0" marL="0">
              <a:lnSpc>
                <a:spcPct val="92000"/>
              </a:lnSpc>
              <a:buNone/>
            </a:pPr>
            <a:r>
              <a:rPr lang="en-US" sz="4400" spc="-160" kern="0" dirty="0">
                <a:solidFill>
                  <a:srgbClr val="121214"/>
                </a:solidFill>
                <a:latin typeface="Segoe UI Semibold" pitchFamily="34" charset="0"/>
                <a:ea typeface="Segoe UI Semibold" pitchFamily="34" charset="-122"/>
                <a:cs typeface="Segoe UI Semibold" pitchFamily="34" charset="-120"/>
              </a:rPr>
              <a:t>What exists today stops one step short.</a:t>
            </a:r>
            <a:endParaRPr lang="en-US" sz="4400" dirty="0"/>
          </a:p>
        </p:txBody>
      </p:sp>
      <p:sp>
        <p:nvSpPr>
          <p:cNvPr id="9" name="Text 7"/>
          <p:cNvSpPr txBox="1"/>
          <p:nvPr/>
        </p:nvSpPr>
        <p:spPr>
          <a:xfrm>
            <a:off x="762000" y="2603500"/>
            <a:ext cx="2540000" cy="165100"/>
          </a:xfrm>
          <a:prstGeom prst="rect">
            <a:avLst/>
          </a:prstGeom>
          <a:noFill/>
          <a:ln/>
        </p:spPr>
        <p:txBody>
          <a:bodyPr wrap="square" lIns="0" tIns="0" rIns="0" bIns="0" rtlCol="0" anchor="t"/>
          <a:lstStyle/>
          <a:p>
            <a:pPr algn="l" indent="0" marL="0">
              <a:lnSpc>
                <a:spcPct val="112000"/>
              </a:lnSpc>
              <a:buNone/>
            </a:pPr>
            <a:r>
              <a:rPr lang="en-US" sz="1000" spc="150" kern="0" dirty="0">
                <a:solidFill>
                  <a:srgbClr val="9A9AA1"/>
                </a:solidFill>
                <a:latin typeface="Consolas" pitchFamily="34" charset="0"/>
                <a:ea typeface="Consolas" pitchFamily="34" charset="-122"/>
                <a:cs typeface="Consolas" pitchFamily="34" charset="-120"/>
              </a:rPr>
              <a:t>OPTION</a:t>
            </a:r>
            <a:endParaRPr lang="en-US" sz="1000" dirty="0"/>
          </a:p>
        </p:txBody>
      </p:sp>
      <p:sp>
        <p:nvSpPr>
          <p:cNvPr id="10" name="Text 8"/>
          <p:cNvSpPr txBox="1"/>
          <p:nvPr/>
        </p:nvSpPr>
        <p:spPr>
          <a:xfrm>
            <a:off x="3556000" y="2603500"/>
            <a:ext cx="3556000" cy="165100"/>
          </a:xfrm>
          <a:prstGeom prst="rect">
            <a:avLst/>
          </a:prstGeom>
          <a:noFill/>
          <a:ln/>
        </p:spPr>
        <p:txBody>
          <a:bodyPr wrap="square" lIns="0" tIns="0" rIns="0" bIns="0" rtlCol="0" anchor="t"/>
          <a:lstStyle/>
          <a:p>
            <a:pPr algn="l" indent="0" marL="0">
              <a:lnSpc>
                <a:spcPct val="112000"/>
              </a:lnSpc>
              <a:buNone/>
            </a:pPr>
            <a:r>
              <a:rPr lang="en-US" sz="1000" spc="150" kern="0" dirty="0">
                <a:solidFill>
                  <a:srgbClr val="9A9AA1"/>
                </a:solidFill>
                <a:latin typeface="Consolas" pitchFamily="34" charset="0"/>
                <a:ea typeface="Consolas" pitchFamily="34" charset="-122"/>
                <a:cs typeface="Consolas" pitchFamily="34" charset="-120"/>
              </a:rPr>
              <a:t>WHAT IT DOES</a:t>
            </a:r>
            <a:endParaRPr lang="en-US" sz="1000" dirty="0"/>
          </a:p>
        </p:txBody>
      </p:sp>
      <p:sp>
        <p:nvSpPr>
          <p:cNvPr id="11" name="Text 9"/>
          <p:cNvSpPr txBox="1"/>
          <p:nvPr/>
        </p:nvSpPr>
        <p:spPr>
          <a:xfrm>
            <a:off x="7366000" y="2603500"/>
            <a:ext cx="4064000" cy="165100"/>
          </a:xfrm>
          <a:prstGeom prst="rect">
            <a:avLst/>
          </a:prstGeom>
          <a:noFill/>
          <a:ln/>
        </p:spPr>
        <p:txBody>
          <a:bodyPr wrap="square" lIns="0" tIns="0" rIns="0" bIns="0" rtlCol="0" anchor="t"/>
          <a:lstStyle/>
          <a:p>
            <a:pPr algn="l" indent="0" marL="0">
              <a:lnSpc>
                <a:spcPct val="112000"/>
              </a:lnSpc>
              <a:buNone/>
            </a:pPr>
            <a:r>
              <a:rPr lang="en-US" sz="1000" spc="150" kern="0" dirty="0">
                <a:solidFill>
                  <a:srgbClr val="8A6400"/>
                </a:solidFill>
                <a:latin typeface="Consolas" pitchFamily="34" charset="0"/>
                <a:ea typeface="Consolas" pitchFamily="34" charset="-122"/>
                <a:cs typeface="Consolas" pitchFamily="34" charset="-120"/>
              </a:rPr>
              <a:t>WHERE IT FALLS SHORT</a:t>
            </a:r>
            <a:endParaRPr lang="en-US" sz="1000" dirty="0"/>
          </a:p>
        </p:txBody>
      </p:sp>
      <p:sp>
        <p:nvSpPr>
          <p:cNvPr id="12" name="Shape 10"/>
          <p:cNvSpPr/>
          <p:nvPr/>
        </p:nvSpPr>
        <p:spPr>
          <a:xfrm>
            <a:off x="762000" y="2857500"/>
            <a:ext cx="10668000" cy="0"/>
          </a:xfrm>
          <a:prstGeom prst="line">
            <a:avLst/>
          </a:prstGeom>
          <a:noFill/>
          <a:ln w="12700">
            <a:solidFill>
              <a:srgbClr val="C9C9C4"/>
            </a:solidFill>
            <a:prstDash val="solid"/>
          </a:ln>
        </p:spPr>
      </p:sp>
      <p:sp>
        <p:nvSpPr>
          <p:cNvPr id="13" name="Text 11"/>
          <p:cNvSpPr txBox="1"/>
          <p:nvPr/>
        </p:nvSpPr>
        <p:spPr>
          <a:xfrm>
            <a:off x="762000" y="3022600"/>
            <a:ext cx="2540000" cy="317500"/>
          </a:xfrm>
          <a:prstGeom prst="rect">
            <a:avLst/>
          </a:prstGeom>
          <a:noFill/>
          <a:ln/>
        </p:spPr>
        <p:txBody>
          <a:bodyPr wrap="square" lIns="0" tIns="0" rIns="0" bIns="0" rtlCol="0" anchor="t"/>
          <a:lstStyle/>
          <a:p>
            <a:pPr algn="l" indent="0" marL="0">
              <a:lnSpc>
                <a:spcPct val="112000"/>
              </a:lnSpc>
              <a:buNone/>
            </a:pPr>
            <a:r>
              <a:rPr lang="en-US" sz="2200" spc="-50" kern="0" dirty="0">
                <a:solidFill>
                  <a:srgbClr val="121214"/>
                </a:solidFill>
                <a:latin typeface="Segoe UI Semibold" pitchFamily="34" charset="0"/>
                <a:ea typeface="Segoe UI Semibold" pitchFamily="34" charset="-122"/>
                <a:cs typeface="Segoe UI Semibold" pitchFamily="34" charset="-120"/>
              </a:rPr>
              <a:t>Map apps</a:t>
            </a:r>
            <a:endParaRPr lang="en-US" sz="2200" dirty="0"/>
          </a:p>
        </p:txBody>
      </p:sp>
      <p:sp>
        <p:nvSpPr>
          <p:cNvPr id="14" name="Text 12"/>
          <p:cNvSpPr txBox="1"/>
          <p:nvPr/>
        </p:nvSpPr>
        <p:spPr>
          <a:xfrm>
            <a:off x="3556000" y="3035300"/>
            <a:ext cx="3429000" cy="635000"/>
          </a:xfrm>
          <a:prstGeom prst="rect">
            <a:avLst/>
          </a:prstGeom>
          <a:noFill/>
          <a:ln/>
        </p:spPr>
        <p:txBody>
          <a:bodyPr wrap="square" lIns="0" tIns="0" rIns="0" bIns="0" rtlCol="0" anchor="t"/>
          <a:lstStyle/>
          <a:p>
            <a:pPr algn="l" indent="0" marL="0">
              <a:lnSpc>
                <a:spcPct val="112000"/>
              </a:lnSpc>
              <a:buNone/>
            </a:pPr>
            <a:r>
              <a:rPr lang="en-US" sz="1500" dirty="0">
                <a:solidFill>
                  <a:srgbClr val="62626A"/>
                </a:solidFill>
                <a:latin typeface="Segoe UI" pitchFamily="34" charset="0"/>
                <a:ea typeface="Segoe UI" pitchFamily="34" charset="-122"/>
                <a:cs typeface="Segoe UI" pitchFamily="34" charset="-120"/>
              </a:rPr>
              <a:t>Show that a parking lot exists and roughly how busy the area is.</a:t>
            </a:r>
            <a:endParaRPr lang="en-US" sz="1500" dirty="0"/>
          </a:p>
        </p:txBody>
      </p:sp>
      <p:sp>
        <p:nvSpPr>
          <p:cNvPr id="15" name="Shape 13"/>
          <p:cNvSpPr/>
          <p:nvPr/>
        </p:nvSpPr>
        <p:spPr>
          <a:xfrm>
            <a:off x="7366000" y="3098800"/>
            <a:ext cx="76200" cy="76200"/>
          </a:xfrm>
          <a:prstGeom prst="ellipse">
            <a:avLst/>
          </a:prstGeom>
          <a:solidFill>
            <a:srgbClr val="FFD75A"/>
          </a:solidFill>
          <a:ln w="12700">
            <a:solidFill>
              <a:srgbClr val="D9A91A"/>
            </a:solidFill>
            <a:prstDash val="solid"/>
          </a:ln>
        </p:spPr>
      </p:sp>
      <p:sp>
        <p:nvSpPr>
          <p:cNvPr id="16" name="Text 14"/>
          <p:cNvSpPr txBox="1"/>
          <p:nvPr/>
        </p:nvSpPr>
        <p:spPr>
          <a:xfrm>
            <a:off x="7543800" y="3035300"/>
            <a:ext cx="3886200" cy="635000"/>
          </a:xfrm>
          <a:prstGeom prst="rect">
            <a:avLst/>
          </a:prstGeom>
          <a:noFill/>
          <a:ln/>
        </p:spPr>
        <p:txBody>
          <a:bodyPr wrap="square" lIns="0" tIns="0" rIns="0" bIns="0" rtlCol="0" anchor="t"/>
          <a:lstStyle/>
          <a:p>
            <a:pPr algn="l" indent="0" marL="0">
              <a:lnSpc>
                <a:spcPct val="112000"/>
              </a:lnSpc>
              <a:buNone/>
            </a:pPr>
            <a:r>
              <a:rPr lang="en-US" sz="1500" dirty="0">
                <a:solidFill>
                  <a:srgbClr val="3C3C42"/>
                </a:solidFill>
                <a:latin typeface="Segoe UI" pitchFamily="34" charset="0"/>
                <a:ea typeface="Segoe UI" pitchFamily="34" charset="-122"/>
                <a:cs typeface="Segoe UI" pitchFamily="34" charset="-120"/>
              </a:rPr>
              <a:t>Can't tell you which bay is free, and can't hold one for you.</a:t>
            </a:r>
            <a:endParaRPr lang="en-US" sz="1500" dirty="0"/>
          </a:p>
        </p:txBody>
      </p:sp>
      <p:sp>
        <p:nvSpPr>
          <p:cNvPr id="17" name="Shape 15"/>
          <p:cNvSpPr/>
          <p:nvPr/>
        </p:nvSpPr>
        <p:spPr>
          <a:xfrm>
            <a:off x="762000" y="3721100"/>
            <a:ext cx="10668000" cy="0"/>
          </a:xfrm>
          <a:prstGeom prst="line">
            <a:avLst/>
          </a:prstGeom>
          <a:noFill/>
          <a:ln w="12700">
            <a:solidFill>
              <a:srgbClr val="C9C9C4"/>
            </a:solidFill>
            <a:prstDash val="solid"/>
          </a:ln>
        </p:spPr>
      </p:sp>
      <p:sp>
        <p:nvSpPr>
          <p:cNvPr id="18" name="Text 16"/>
          <p:cNvSpPr txBox="1"/>
          <p:nvPr/>
        </p:nvSpPr>
        <p:spPr>
          <a:xfrm>
            <a:off x="762000" y="3886200"/>
            <a:ext cx="2540000" cy="317500"/>
          </a:xfrm>
          <a:prstGeom prst="rect">
            <a:avLst/>
          </a:prstGeom>
          <a:noFill/>
          <a:ln/>
        </p:spPr>
        <p:txBody>
          <a:bodyPr wrap="square" lIns="0" tIns="0" rIns="0" bIns="0" rtlCol="0" anchor="t"/>
          <a:lstStyle/>
          <a:p>
            <a:pPr algn="l" indent="0" marL="0">
              <a:lnSpc>
                <a:spcPct val="112000"/>
              </a:lnSpc>
              <a:buNone/>
            </a:pPr>
            <a:r>
              <a:rPr lang="en-US" sz="2200" spc="-50" kern="0" dirty="0">
                <a:solidFill>
                  <a:srgbClr val="121214"/>
                </a:solidFill>
                <a:latin typeface="Segoe UI Semibold" pitchFamily="34" charset="0"/>
                <a:ea typeface="Segoe UI Semibold" pitchFamily="34" charset="-122"/>
                <a:cs typeface="Segoe UI Semibold" pitchFamily="34" charset="-120"/>
              </a:rPr>
              <a:t>Sensor systems</a:t>
            </a:r>
            <a:endParaRPr lang="en-US" sz="2200" dirty="0"/>
          </a:p>
        </p:txBody>
      </p:sp>
      <p:sp>
        <p:nvSpPr>
          <p:cNvPr id="19" name="Text 17"/>
          <p:cNvSpPr txBox="1"/>
          <p:nvPr/>
        </p:nvSpPr>
        <p:spPr>
          <a:xfrm>
            <a:off x="3556000" y="3898900"/>
            <a:ext cx="3429000" cy="635000"/>
          </a:xfrm>
          <a:prstGeom prst="rect">
            <a:avLst/>
          </a:prstGeom>
          <a:noFill/>
          <a:ln/>
        </p:spPr>
        <p:txBody>
          <a:bodyPr wrap="square" lIns="0" tIns="0" rIns="0" bIns="0" rtlCol="0" anchor="t"/>
          <a:lstStyle/>
          <a:p>
            <a:pPr algn="l" indent="0" marL="0">
              <a:lnSpc>
                <a:spcPct val="112000"/>
              </a:lnSpc>
              <a:buNone/>
            </a:pPr>
            <a:r>
              <a:rPr lang="en-US" sz="1500" dirty="0">
                <a:solidFill>
                  <a:srgbClr val="62626A"/>
                </a:solidFill>
                <a:latin typeface="Segoe UI" pitchFamily="34" charset="0"/>
                <a:ea typeface="Segoe UI" pitchFamily="34" charset="-122"/>
                <a:cs typeface="Segoe UI" pitchFamily="34" charset="-120"/>
              </a:rPr>
              <a:t>Put a sensor in every bay, or a camera over the lot, to count free spaces.</a:t>
            </a:r>
            <a:endParaRPr lang="en-US" sz="1500" dirty="0"/>
          </a:p>
        </p:txBody>
      </p:sp>
      <p:sp>
        <p:nvSpPr>
          <p:cNvPr id="20" name="Shape 18"/>
          <p:cNvSpPr/>
          <p:nvPr/>
        </p:nvSpPr>
        <p:spPr>
          <a:xfrm>
            <a:off x="7366000" y="3962400"/>
            <a:ext cx="76200" cy="76200"/>
          </a:xfrm>
          <a:prstGeom prst="ellipse">
            <a:avLst/>
          </a:prstGeom>
          <a:solidFill>
            <a:srgbClr val="FFD75A"/>
          </a:solidFill>
          <a:ln w="12700">
            <a:solidFill>
              <a:srgbClr val="D9A91A"/>
            </a:solidFill>
            <a:prstDash val="solid"/>
          </a:ln>
        </p:spPr>
      </p:sp>
      <p:sp>
        <p:nvSpPr>
          <p:cNvPr id="21" name="Text 19"/>
          <p:cNvSpPr txBox="1"/>
          <p:nvPr/>
        </p:nvSpPr>
        <p:spPr>
          <a:xfrm>
            <a:off x="7543800" y="3898900"/>
            <a:ext cx="3886200" cy="635000"/>
          </a:xfrm>
          <a:prstGeom prst="rect">
            <a:avLst/>
          </a:prstGeom>
          <a:noFill/>
          <a:ln/>
        </p:spPr>
        <p:txBody>
          <a:bodyPr wrap="square" lIns="0" tIns="0" rIns="0" bIns="0" rtlCol="0" anchor="t"/>
          <a:lstStyle/>
          <a:p>
            <a:pPr algn="l" indent="0" marL="0">
              <a:lnSpc>
                <a:spcPct val="112000"/>
              </a:lnSpc>
              <a:buNone/>
            </a:pPr>
            <a:r>
              <a:rPr lang="en-US" sz="1500" dirty="0">
                <a:solidFill>
                  <a:srgbClr val="3C3C42"/>
                </a:solidFill>
                <a:latin typeface="Segoe UI" pitchFamily="34" charset="0"/>
                <a:ea typeface="Segoe UI" pitchFamily="34" charset="-122"/>
                <a:cs typeface="Segoe UI" pitchFamily="34" charset="-120"/>
              </a:rPr>
              <a:t>Need hardware and wiring in every bay. Costly to put into a college lot.</a:t>
            </a:r>
            <a:endParaRPr lang="en-US" sz="1500" dirty="0"/>
          </a:p>
        </p:txBody>
      </p:sp>
      <p:sp>
        <p:nvSpPr>
          <p:cNvPr id="22" name="Shape 20"/>
          <p:cNvSpPr/>
          <p:nvPr/>
        </p:nvSpPr>
        <p:spPr>
          <a:xfrm>
            <a:off x="762000" y="4584700"/>
            <a:ext cx="10668000" cy="0"/>
          </a:xfrm>
          <a:prstGeom prst="line">
            <a:avLst/>
          </a:prstGeom>
          <a:noFill/>
          <a:ln w="12700">
            <a:solidFill>
              <a:srgbClr val="C9C9C4"/>
            </a:solidFill>
            <a:prstDash val="solid"/>
          </a:ln>
        </p:spPr>
      </p:sp>
      <p:sp>
        <p:nvSpPr>
          <p:cNvPr id="23" name="Text 21"/>
          <p:cNvSpPr txBox="1"/>
          <p:nvPr/>
        </p:nvSpPr>
        <p:spPr>
          <a:xfrm>
            <a:off x="762000" y="4749800"/>
            <a:ext cx="2540000" cy="317500"/>
          </a:xfrm>
          <a:prstGeom prst="rect">
            <a:avLst/>
          </a:prstGeom>
          <a:noFill/>
          <a:ln/>
        </p:spPr>
        <p:txBody>
          <a:bodyPr wrap="square" lIns="0" tIns="0" rIns="0" bIns="0" rtlCol="0" anchor="t"/>
          <a:lstStyle/>
          <a:p>
            <a:pPr algn="l" indent="0" marL="0">
              <a:lnSpc>
                <a:spcPct val="112000"/>
              </a:lnSpc>
              <a:buNone/>
            </a:pPr>
            <a:r>
              <a:rPr lang="en-US" sz="2200" spc="-50" kern="0" dirty="0">
                <a:solidFill>
                  <a:srgbClr val="121214"/>
                </a:solidFill>
                <a:latin typeface="Segoe UI Semibold" pitchFamily="34" charset="0"/>
                <a:ea typeface="Segoe UI Semibold" pitchFamily="34" charset="-122"/>
                <a:cs typeface="Segoe UI Semibold" pitchFamily="34" charset="-120"/>
              </a:rPr>
              <a:t>A guard + a register</a:t>
            </a:r>
            <a:endParaRPr lang="en-US" sz="2200" dirty="0"/>
          </a:p>
        </p:txBody>
      </p:sp>
      <p:sp>
        <p:nvSpPr>
          <p:cNvPr id="24" name="Text 22"/>
          <p:cNvSpPr txBox="1"/>
          <p:nvPr/>
        </p:nvSpPr>
        <p:spPr>
          <a:xfrm>
            <a:off x="3556000" y="4762500"/>
            <a:ext cx="3429000" cy="635000"/>
          </a:xfrm>
          <a:prstGeom prst="rect">
            <a:avLst/>
          </a:prstGeom>
          <a:noFill/>
          <a:ln/>
        </p:spPr>
        <p:txBody>
          <a:bodyPr wrap="square" lIns="0" tIns="0" rIns="0" bIns="0" rtlCol="0" anchor="t"/>
          <a:lstStyle/>
          <a:p>
            <a:pPr algn="l" indent="0" marL="0">
              <a:lnSpc>
                <a:spcPct val="112000"/>
              </a:lnSpc>
              <a:buNone/>
            </a:pPr>
            <a:r>
              <a:rPr lang="en-US" sz="1500" dirty="0">
                <a:solidFill>
                  <a:srgbClr val="62626A"/>
                </a:solidFill>
                <a:latin typeface="Segoe UI" pitchFamily="34" charset="0"/>
                <a:ea typeface="Segoe UI" pitchFamily="34" charset="-122"/>
                <a:cs typeface="Segoe UI" pitchFamily="34" charset="-120"/>
              </a:rPr>
              <a:t>Someone at the gate keeps an eye on the lot and notes down cars.</a:t>
            </a:r>
            <a:endParaRPr lang="en-US" sz="1500" dirty="0"/>
          </a:p>
        </p:txBody>
      </p:sp>
      <p:sp>
        <p:nvSpPr>
          <p:cNvPr id="25" name="Shape 23"/>
          <p:cNvSpPr/>
          <p:nvPr/>
        </p:nvSpPr>
        <p:spPr>
          <a:xfrm>
            <a:off x="7366000" y="4826000"/>
            <a:ext cx="76200" cy="76200"/>
          </a:xfrm>
          <a:prstGeom prst="ellipse">
            <a:avLst/>
          </a:prstGeom>
          <a:solidFill>
            <a:srgbClr val="FFD75A"/>
          </a:solidFill>
          <a:ln w="12700">
            <a:solidFill>
              <a:srgbClr val="D9A91A"/>
            </a:solidFill>
            <a:prstDash val="solid"/>
          </a:ln>
        </p:spPr>
      </p:sp>
      <p:sp>
        <p:nvSpPr>
          <p:cNvPr id="26" name="Text 24"/>
          <p:cNvSpPr txBox="1"/>
          <p:nvPr/>
        </p:nvSpPr>
        <p:spPr>
          <a:xfrm>
            <a:off x="7543800" y="4762500"/>
            <a:ext cx="3886200" cy="635000"/>
          </a:xfrm>
          <a:prstGeom prst="rect">
            <a:avLst/>
          </a:prstGeom>
          <a:noFill/>
          <a:ln/>
        </p:spPr>
        <p:txBody>
          <a:bodyPr wrap="square" lIns="0" tIns="0" rIns="0" bIns="0" rtlCol="0" anchor="t"/>
          <a:lstStyle/>
          <a:p>
            <a:pPr algn="l" indent="0" marL="0">
              <a:lnSpc>
                <a:spcPct val="112000"/>
              </a:lnSpc>
              <a:buNone/>
            </a:pPr>
            <a:r>
              <a:rPr lang="en-US" sz="1500" dirty="0">
                <a:solidFill>
                  <a:srgbClr val="3C3C42"/>
                </a:solidFill>
                <a:latin typeface="Segoe UI" pitchFamily="34" charset="0"/>
                <a:ea typeface="Segoe UI" pitchFamily="34" charset="-122"/>
                <a:cs typeface="Segoe UI" pitchFamily="34" charset="-120"/>
              </a:rPr>
              <a:t>No way to book ahead. You still find out only when you reach the gate.</a:t>
            </a:r>
            <a:endParaRPr lang="en-US" sz="1500" dirty="0"/>
          </a:p>
        </p:txBody>
      </p:sp>
      <p:sp>
        <p:nvSpPr>
          <p:cNvPr id="27" name="Shape 25"/>
          <p:cNvSpPr/>
          <p:nvPr/>
        </p:nvSpPr>
        <p:spPr>
          <a:xfrm>
            <a:off x="762000" y="5448300"/>
            <a:ext cx="10668000" cy="0"/>
          </a:xfrm>
          <a:prstGeom prst="line">
            <a:avLst/>
          </a:prstGeom>
          <a:noFill/>
          <a:ln w="12700">
            <a:solidFill>
              <a:srgbClr val="C9C9C4"/>
            </a:solidFill>
            <a:prstDash val="solid"/>
          </a:ln>
        </p:spPr>
      </p:sp>
      <p:sp>
        <p:nvSpPr>
          <p:cNvPr id="28" name="Text 26"/>
          <p:cNvSpPr txBox="1"/>
          <p:nvPr/>
        </p:nvSpPr>
        <p:spPr>
          <a:xfrm>
            <a:off x="762000" y="5613400"/>
            <a:ext cx="2540000" cy="317500"/>
          </a:xfrm>
          <a:prstGeom prst="rect">
            <a:avLst/>
          </a:prstGeom>
          <a:noFill/>
          <a:ln/>
        </p:spPr>
        <p:txBody>
          <a:bodyPr wrap="square" lIns="0" tIns="0" rIns="0" bIns="0" rtlCol="0" anchor="t"/>
          <a:lstStyle/>
          <a:p>
            <a:pPr algn="l" indent="0" marL="0">
              <a:lnSpc>
                <a:spcPct val="112000"/>
              </a:lnSpc>
              <a:buNone/>
            </a:pPr>
            <a:r>
              <a:rPr lang="en-US" sz="2200" spc="-50" kern="0" dirty="0">
                <a:solidFill>
                  <a:srgbClr val="121214"/>
                </a:solidFill>
                <a:latin typeface="Segoe UI Semibold" pitchFamily="34" charset="0"/>
                <a:ea typeface="Segoe UI Semibold" pitchFamily="34" charset="-122"/>
                <a:cs typeface="Segoe UI Semibold" pitchFamily="34" charset="-120"/>
              </a:rPr>
              <a:t>Leave home earlier</a:t>
            </a:r>
            <a:endParaRPr lang="en-US" sz="2200" dirty="0"/>
          </a:p>
        </p:txBody>
      </p:sp>
      <p:sp>
        <p:nvSpPr>
          <p:cNvPr id="29" name="Text 27"/>
          <p:cNvSpPr txBox="1"/>
          <p:nvPr/>
        </p:nvSpPr>
        <p:spPr>
          <a:xfrm>
            <a:off x="3556000" y="5626100"/>
            <a:ext cx="3429000" cy="635000"/>
          </a:xfrm>
          <a:prstGeom prst="rect">
            <a:avLst/>
          </a:prstGeom>
          <a:noFill/>
          <a:ln/>
        </p:spPr>
        <p:txBody>
          <a:bodyPr wrap="square" lIns="0" tIns="0" rIns="0" bIns="0" rtlCol="0" anchor="t"/>
          <a:lstStyle/>
          <a:p>
            <a:pPr algn="l" indent="0" marL="0">
              <a:lnSpc>
                <a:spcPct val="112000"/>
              </a:lnSpc>
              <a:buNone/>
            </a:pPr>
            <a:r>
              <a:rPr lang="en-US" sz="1500" dirty="0">
                <a:solidFill>
                  <a:srgbClr val="62626A"/>
                </a:solidFill>
                <a:latin typeface="Segoe UI" pitchFamily="34" charset="0"/>
                <a:ea typeface="Segoe UI" pitchFamily="34" charset="-122"/>
                <a:cs typeface="Segoe UI" pitchFamily="34" charset="-120"/>
              </a:rPr>
              <a:t>Beat the rush by getting to campus at 9:30.</a:t>
            </a:r>
            <a:endParaRPr lang="en-US" sz="1500" dirty="0"/>
          </a:p>
        </p:txBody>
      </p:sp>
      <p:sp>
        <p:nvSpPr>
          <p:cNvPr id="30" name="Shape 28"/>
          <p:cNvSpPr/>
          <p:nvPr/>
        </p:nvSpPr>
        <p:spPr>
          <a:xfrm>
            <a:off x="7366000" y="5689600"/>
            <a:ext cx="76200" cy="76200"/>
          </a:xfrm>
          <a:prstGeom prst="ellipse">
            <a:avLst/>
          </a:prstGeom>
          <a:solidFill>
            <a:srgbClr val="FFD75A"/>
          </a:solidFill>
          <a:ln w="12700">
            <a:solidFill>
              <a:srgbClr val="D9A91A"/>
            </a:solidFill>
            <a:prstDash val="solid"/>
          </a:ln>
        </p:spPr>
      </p:sp>
      <p:sp>
        <p:nvSpPr>
          <p:cNvPr id="31" name="Text 29"/>
          <p:cNvSpPr txBox="1"/>
          <p:nvPr/>
        </p:nvSpPr>
        <p:spPr>
          <a:xfrm>
            <a:off x="7543800" y="5626100"/>
            <a:ext cx="3886200" cy="635000"/>
          </a:xfrm>
          <a:prstGeom prst="rect">
            <a:avLst/>
          </a:prstGeom>
          <a:noFill/>
          <a:ln/>
        </p:spPr>
        <p:txBody>
          <a:bodyPr wrap="square" lIns="0" tIns="0" rIns="0" bIns="0" rtlCol="0" anchor="t"/>
          <a:lstStyle/>
          <a:p>
            <a:pPr algn="l" indent="0" marL="0">
              <a:lnSpc>
                <a:spcPct val="112000"/>
              </a:lnSpc>
              <a:buNone/>
            </a:pPr>
            <a:r>
              <a:rPr lang="en-US" sz="1500" dirty="0">
                <a:solidFill>
                  <a:srgbClr val="3C3C42"/>
                </a:solidFill>
                <a:latin typeface="Segoe UI" pitchFamily="34" charset="0"/>
                <a:ea typeface="Segoe UI" pitchFamily="34" charset="-122"/>
                <a:cs typeface="Segoe UI" pitchFamily="34" charset="-120"/>
              </a:rPr>
              <a:t>Spends half an hour every day to save a few minutes of circling.</a:t>
            </a:r>
            <a:endParaRPr lang="en-US" sz="1500" dirty="0"/>
          </a:p>
        </p:txBody>
      </p:sp>
      <p:sp>
        <p:nvSpPr>
          <p:cNvPr id="32" name="Shape 30"/>
          <p:cNvSpPr/>
          <p:nvPr/>
        </p:nvSpPr>
        <p:spPr>
          <a:xfrm>
            <a:off x="762000" y="6311900"/>
            <a:ext cx="10668000" cy="0"/>
          </a:xfrm>
          <a:prstGeom prst="line">
            <a:avLst/>
          </a:prstGeom>
          <a:noFill/>
          <a:ln w="12700">
            <a:solidFill>
              <a:srgbClr val="C9C9C4"/>
            </a:solidFill>
            <a:prstDash val="solid"/>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count"/>
          <p:cNvSpPr txBox="1"/>
          <p:nvPr/>
        </p:nvSpPr>
        <p:spPr>
          <a:xfrm>
            <a:off x="10795000" y="215900"/>
            <a:ext cx="635000" cy="254000"/>
          </a:xfrm>
          <a:prstGeom prst="rect">
            <a:avLst/>
          </a:prstGeom>
          <a:noFill/>
          <a:ln/>
        </p:spPr>
        <p:txBody>
          <a:bodyPr wrap="square" lIns="0" tIns="0" rIns="0" bIns="0" rtlCol="0" anchor="ctr"/>
          <a:lstStyle/>
          <a:p>
            <a:pPr algn="r" indent="0" marL="0">
              <a:buNone/>
            </a:pPr>
            <a:r>
              <a:rPr lang="en-US" sz="1000" dirty="0">
                <a:solidFill>
                  <a:srgbClr val="121214"/>
                </a:solidFill>
                <a:latin typeface="Consolas" pitchFamily="34" charset="0"/>
                <a:ea typeface="Consolas" pitchFamily="34" charset="-122"/>
                <a:cs typeface="Consolas" pitchFamily="34" charset="-120"/>
              </a:rPr>
              <a:t>06</a:t>
            </a:r>
            <a:pPr algn="r" indent="0" marL="0">
              <a:buNone/>
            </a:pPr>
            <a:r>
              <a:rPr lang="en-US" sz="1000" dirty="0">
                <a:solidFill>
                  <a:srgbClr val="9A9AA1"/>
                </a:solidFill>
                <a:latin typeface="Consolas" pitchFamily="34" charset="0"/>
                <a:ea typeface="Consolas" pitchFamily="34" charset="-122"/>
                <a:cs typeface="Consolas" pitchFamily="34" charset="-120"/>
              </a:rPr>
              <a:t> / 15</a:t>
            </a:r>
            <a:endParaRPr lang="en-US" sz="1000" dirty="0"/>
          </a:p>
        </p:txBody>
      </p:sp>
      <p:sp>
        <p:nvSpPr>
          <p:cNvPr id="3" name="!!dot"/>
          <p:cNvSpPr/>
          <p:nvPr/>
        </p:nvSpPr>
        <p:spPr>
          <a:xfrm>
            <a:off x="4442279" y="6546850"/>
            <a:ext cx="114300" cy="114300"/>
          </a:xfrm>
          <a:prstGeom prst="ellipse">
            <a:avLst/>
          </a:prstGeom>
          <a:solidFill>
            <a:srgbClr val="D9A91A"/>
          </a:solidFill>
          <a:ln w="38100">
            <a:solidFill>
              <a:srgbClr val="FFD75A"/>
            </a:solidFill>
            <a:prstDash val="solid"/>
          </a:ln>
        </p:spPr>
      </p:sp>
      <p:sp>
        <p:nvSpPr>
          <p:cNvPr id="4" name="!!tagpill"/>
          <p:cNvSpPr/>
          <p:nvPr/>
        </p:nvSpPr>
        <p:spPr>
          <a:xfrm>
            <a:off x="8343900" y="203200"/>
            <a:ext cx="2324100" cy="279400"/>
          </a:xfrm>
          <a:prstGeom prst="roundRect">
            <a:avLst>
              <a:gd name="adj" fmla="val 50000"/>
            </a:avLst>
          </a:prstGeom>
          <a:solidFill>
            <a:srgbClr val="F4F4F1"/>
          </a:solidFill>
          <a:ln w="12700">
            <a:solidFill>
              <a:srgbClr val="C9C9C4"/>
            </a:solidFill>
            <a:prstDash val="solid"/>
          </a:ln>
        </p:spPr>
      </p:sp>
      <p:sp>
        <p:nvSpPr>
          <p:cNvPr id="5" name="!!tagdot"/>
          <p:cNvSpPr/>
          <p:nvPr/>
        </p:nvSpPr>
        <p:spPr>
          <a:xfrm>
            <a:off x="8458200" y="311150"/>
            <a:ext cx="63500" cy="63500"/>
          </a:xfrm>
          <a:prstGeom prst="ellipse">
            <a:avLst/>
          </a:prstGeom>
          <a:solidFill>
            <a:srgbClr val="FFD75A"/>
          </a:solidFill>
          <a:ln w="12700">
            <a:solidFill>
              <a:srgbClr val="FFD75A"/>
            </a:solidFill>
            <a:prstDash val="solid"/>
          </a:ln>
        </p:spPr>
      </p:sp>
      <p:sp>
        <p:nvSpPr>
          <p:cNvPr id="6" name="!!tagtext"/>
          <p:cNvSpPr txBox="1"/>
          <p:nvPr/>
        </p:nvSpPr>
        <p:spPr>
          <a:xfrm>
            <a:off x="8572500" y="203200"/>
            <a:ext cx="2070100" cy="279400"/>
          </a:xfrm>
          <a:prstGeom prst="rect">
            <a:avLst/>
          </a:prstGeom>
          <a:noFill/>
          <a:ln/>
        </p:spPr>
        <p:txBody>
          <a:bodyPr wrap="none" lIns="0" tIns="0" rIns="0" bIns="0" rtlCol="0" anchor="ctr"/>
          <a:lstStyle/>
          <a:p>
            <a:pPr indent="0" marL="0">
              <a:buNone/>
            </a:pPr>
            <a:r>
              <a:rPr lang="en-US" sz="900" b="1" dirty="0">
                <a:solidFill>
                  <a:srgbClr val="121214"/>
                </a:solidFill>
                <a:latin typeface="Consolas" pitchFamily="34" charset="0"/>
                <a:ea typeface="Consolas" pitchFamily="34" charset="-122"/>
                <a:cs typeface="Consolas" pitchFamily="34" charset="-120"/>
              </a:rPr>
              <a:t>Why it was made</a:t>
            </a:r>
            <a:pPr indent="0" marL="0">
              <a:buNone/>
            </a:pPr>
            <a:r>
              <a:rPr lang="en-US" sz="900" dirty="0">
                <a:solidFill>
                  <a:srgbClr val="3C3C42"/>
                </a:solidFill>
                <a:latin typeface="Consolas" pitchFamily="34" charset="0"/>
                <a:ea typeface="Consolas" pitchFamily="34" charset="-122"/>
                <a:cs typeface="Consolas" pitchFamily="34" charset="-120"/>
              </a:rPr>
              <a:t>  ·  The spark</a:t>
            </a:r>
            <a:endParaRPr lang="en-US" sz="900" dirty="0"/>
          </a:p>
        </p:txBody>
      </p:sp>
      <p:sp>
        <p:nvSpPr>
          <p:cNvPr id="7" name="Text 18"/>
          <p:cNvSpPr/>
          <p:nvPr>
            <p:ph idx="119" type="body" hasCustomPrompt="1"/>
          </p:nvPr>
        </p:nvSpPr>
        <p:spPr>
          <a:xfrm>
            <a:off x="762000" y="952500"/>
            <a:ext cx="7620000" cy="254000"/>
          </a:xfrm>
          <a:prstGeom prst="rect">
            <a:avLst/>
          </a:prstGeom>
          <a:noFill/>
          <a:ln/>
        </p:spPr>
        <p:txBody>
          <a:bodyPr wrap="square" lIns="0" tIns="0" rIns="0" bIns="0" rtlCol="0" anchor="ctr"/>
          <a:lstStyle/>
          <a:p>
            <a:pPr algn="l" indent="0" marL="0">
              <a:buNone/>
            </a:pPr>
            <a:r>
              <a:rPr lang="en-US" sz="1100" b="1" dirty="0">
                <a:solidFill>
                  <a:srgbClr val="8A6400"/>
                </a:solidFill>
                <a:latin typeface="Consolas" pitchFamily="34" charset="0"/>
                <a:ea typeface="Consolas" pitchFamily="34" charset="-122"/>
                <a:cs typeface="Consolas" pitchFamily="34" charset="-120"/>
              </a:rPr>
              <a:t>04</a:t>
            </a:r>
            <a:pPr algn="l" indent="0" marL="0">
              <a:buNone/>
            </a:pPr>
            <a:r>
              <a:rPr lang="en-US" sz="1100" dirty="0">
                <a:solidFill>
                  <a:srgbClr val="62626A"/>
                </a:solidFill>
                <a:latin typeface="Consolas" pitchFamily="34" charset="0"/>
                <a:ea typeface="Consolas" pitchFamily="34" charset="-122"/>
                <a:cs typeface="Consolas" pitchFamily="34" charset="-120"/>
              </a:rPr>
              <a:t>  ——  The spark</a:t>
            </a:r>
            <a:endParaRPr lang="en-US" sz="1100" dirty="0"/>
          </a:p>
        </p:txBody>
      </p:sp>
      <p:sp>
        <p:nvSpPr>
          <p:cNvPr id="8" name="Text 18"/>
          <p:cNvSpPr/>
          <p:nvPr>
            <p:ph idx="120" type="title" hasCustomPrompt="1"/>
          </p:nvPr>
        </p:nvSpPr>
        <p:spPr>
          <a:xfrm>
            <a:off x="762000" y="1295400"/>
            <a:ext cx="5842000" cy="1460500"/>
          </a:xfrm>
          <a:prstGeom prst="rect">
            <a:avLst/>
          </a:prstGeom>
          <a:noFill/>
          <a:ln/>
        </p:spPr>
        <p:txBody>
          <a:bodyPr wrap="square" lIns="0" tIns="0" rIns="0" bIns="0" rtlCol="0" anchor="t"/>
          <a:lstStyle/>
          <a:p>
            <a:pPr algn="l" indent="0" marL="0">
              <a:lnSpc>
                <a:spcPct val="92000"/>
              </a:lnSpc>
              <a:buNone/>
            </a:pPr>
            <a:r>
              <a:rPr lang="en-US" sz="4400" spc="-160" kern="0" dirty="0">
                <a:solidFill>
                  <a:srgbClr val="121214"/>
                </a:solidFill>
                <a:latin typeface="Segoe UI Semibold" pitchFamily="34" charset="0"/>
                <a:ea typeface="Segoe UI Semibold" pitchFamily="34" charset="-122"/>
                <a:cs typeface="Segoe UI Semibold" pitchFamily="34" charset="-120"/>
              </a:rPr>
              <a:t>Why not book a bay like a seat?</a:t>
            </a:r>
            <a:endParaRPr lang="en-US" sz="4400" dirty="0"/>
          </a:p>
        </p:txBody>
      </p:sp>
      <p:sp>
        <p:nvSpPr>
          <p:cNvPr id="9" name="Text 7"/>
          <p:cNvSpPr txBox="1"/>
          <p:nvPr/>
        </p:nvSpPr>
        <p:spPr>
          <a:xfrm>
            <a:off x="762000" y="2984500"/>
            <a:ext cx="5461000" cy="2032000"/>
          </a:xfrm>
          <a:prstGeom prst="rect">
            <a:avLst/>
          </a:prstGeom>
          <a:noFill/>
          <a:ln/>
        </p:spPr>
        <p:txBody>
          <a:bodyPr wrap="square" lIns="0" tIns="0" rIns="0" bIns="0" rtlCol="0" anchor="t"/>
          <a:lstStyle/>
          <a:p>
            <a:pPr algn="l" indent="0" marL="0">
              <a:lnSpc>
                <a:spcPct val="112000"/>
              </a:lnSpc>
              <a:buNone/>
            </a:pPr>
            <a:r>
              <a:rPr lang="en-US" sz="1600" dirty="0">
                <a:solidFill>
                  <a:srgbClr val="62626A"/>
                </a:solidFill>
                <a:latin typeface="Segoe UI" pitchFamily="34" charset="0"/>
                <a:ea typeface="Segoe UI" pitchFamily="34" charset="-122"/>
                <a:cs typeface="Segoe UI" pitchFamily="34" charset="-120"/>
              </a:rPr>
              <a:t>Ticket apps already taught everyone how this works. You see the whole hall, taken seats are grey, you tap a free one and it's held in your name. A parking lot is really just a hall of seats for cars. So Arrivo is a seat map for parking: every bay on a live plan, pick one, pick your hours, and it's yours when you arrive.</a:t>
            </a:r>
            <a:endParaRPr lang="en-US" sz="1600" dirty="0"/>
          </a:p>
        </p:txBody>
      </p:sp>
      <p:sp>
        <p:nvSpPr>
          <p:cNvPr id="10" name="Shape 8"/>
          <p:cNvSpPr/>
          <p:nvPr/>
        </p:nvSpPr>
        <p:spPr>
          <a:xfrm>
            <a:off x="762000" y="5270500"/>
            <a:ext cx="1854200" cy="292100"/>
          </a:xfrm>
          <a:prstGeom prst="roundRect">
            <a:avLst>
              <a:gd name="adj" fmla="val 50000"/>
            </a:avLst>
          </a:prstGeom>
          <a:solidFill>
            <a:srgbClr val="FDFDFB"/>
          </a:solidFill>
          <a:ln w="12700">
            <a:solidFill>
              <a:srgbClr val="C9C9C4"/>
            </a:solidFill>
            <a:prstDash val="solid"/>
          </a:ln>
        </p:spPr>
      </p:sp>
      <p:sp>
        <p:nvSpPr>
          <p:cNvPr id="11" name="Text 9"/>
          <p:cNvSpPr txBox="1"/>
          <p:nvPr/>
        </p:nvSpPr>
        <p:spPr>
          <a:xfrm>
            <a:off x="762000" y="5270500"/>
            <a:ext cx="1854200" cy="292100"/>
          </a:xfrm>
          <a:prstGeom prst="rect">
            <a:avLst/>
          </a:prstGeom>
          <a:noFill/>
          <a:ln/>
        </p:spPr>
        <p:txBody>
          <a:bodyPr wrap="none" lIns="0" tIns="0" rIns="0" bIns="0" rtlCol="0" anchor="ctr"/>
          <a:lstStyle/>
          <a:p>
            <a:pPr algn="ctr" indent="0" marL="0">
              <a:buNone/>
            </a:pPr>
            <a:r>
              <a:rPr lang="en-US" sz="1300" dirty="0">
                <a:solidFill>
                  <a:srgbClr val="3C3C42"/>
                </a:solidFill>
                <a:latin typeface="Segoe UI" pitchFamily="34" charset="0"/>
                <a:ea typeface="Segoe UI" pitchFamily="34" charset="-122"/>
                <a:cs typeface="Segoe UI" pitchFamily="34" charset="-120"/>
              </a:rPr>
              <a:t>Seat F12 → Bay A-14</a:t>
            </a:r>
            <a:endParaRPr lang="en-US" sz="1300" dirty="0"/>
          </a:p>
        </p:txBody>
      </p:sp>
      <p:sp>
        <p:nvSpPr>
          <p:cNvPr id="12" name="Shape 10"/>
          <p:cNvSpPr/>
          <p:nvPr/>
        </p:nvSpPr>
        <p:spPr>
          <a:xfrm>
            <a:off x="2692400" y="5270500"/>
            <a:ext cx="2273300" cy="292100"/>
          </a:xfrm>
          <a:prstGeom prst="roundRect">
            <a:avLst>
              <a:gd name="adj" fmla="val 50000"/>
            </a:avLst>
          </a:prstGeom>
          <a:solidFill>
            <a:srgbClr val="FDFDFB"/>
          </a:solidFill>
          <a:ln w="12700">
            <a:solidFill>
              <a:srgbClr val="C9C9C4"/>
            </a:solidFill>
            <a:prstDash val="solid"/>
          </a:ln>
        </p:spPr>
      </p:sp>
      <p:sp>
        <p:nvSpPr>
          <p:cNvPr id="13" name="Text 11"/>
          <p:cNvSpPr txBox="1"/>
          <p:nvPr/>
        </p:nvSpPr>
        <p:spPr>
          <a:xfrm>
            <a:off x="2692400" y="5270500"/>
            <a:ext cx="2273300" cy="292100"/>
          </a:xfrm>
          <a:prstGeom prst="rect">
            <a:avLst/>
          </a:prstGeom>
          <a:noFill/>
          <a:ln/>
        </p:spPr>
        <p:txBody>
          <a:bodyPr wrap="none" lIns="0" tIns="0" rIns="0" bIns="0" rtlCol="0" anchor="ctr"/>
          <a:lstStyle/>
          <a:p>
            <a:pPr algn="ctr" indent="0" marL="0">
              <a:buNone/>
            </a:pPr>
            <a:r>
              <a:rPr lang="en-US" sz="1300" dirty="0">
                <a:solidFill>
                  <a:srgbClr val="3C3C42"/>
                </a:solidFill>
                <a:latin typeface="Segoe UI" pitchFamily="34" charset="0"/>
                <a:ea typeface="Segoe UI" pitchFamily="34" charset="-122"/>
                <a:cs typeface="Segoe UI" pitchFamily="34" charset="-120"/>
              </a:rPr>
              <a:t>Show time → Arrival time</a:t>
            </a:r>
            <a:endParaRPr lang="en-US" sz="1300" dirty="0"/>
          </a:p>
        </p:txBody>
      </p:sp>
      <p:sp>
        <p:nvSpPr>
          <p:cNvPr id="14" name="Shape 12"/>
          <p:cNvSpPr/>
          <p:nvPr/>
        </p:nvSpPr>
        <p:spPr>
          <a:xfrm>
            <a:off x="762000" y="5638800"/>
            <a:ext cx="1682750" cy="292100"/>
          </a:xfrm>
          <a:prstGeom prst="roundRect">
            <a:avLst>
              <a:gd name="adj" fmla="val 50000"/>
            </a:avLst>
          </a:prstGeom>
          <a:solidFill>
            <a:srgbClr val="FFD75A"/>
          </a:solidFill>
          <a:ln w="12700">
            <a:solidFill>
              <a:srgbClr val="D9A91A"/>
            </a:solidFill>
            <a:prstDash val="solid"/>
          </a:ln>
        </p:spPr>
      </p:sp>
      <p:sp>
        <p:nvSpPr>
          <p:cNvPr id="15" name="Text 13"/>
          <p:cNvSpPr txBox="1"/>
          <p:nvPr/>
        </p:nvSpPr>
        <p:spPr>
          <a:xfrm>
            <a:off x="762000" y="5638800"/>
            <a:ext cx="1682750" cy="292100"/>
          </a:xfrm>
          <a:prstGeom prst="rect">
            <a:avLst/>
          </a:prstGeom>
          <a:noFill/>
          <a:ln/>
        </p:spPr>
        <p:txBody>
          <a:bodyPr wrap="none" lIns="0" tIns="0" rIns="0" bIns="0" rtlCol="0" anchor="ctr"/>
          <a:lstStyle/>
          <a:p>
            <a:pPr algn="ctr" indent="0" marL="0">
              <a:buNone/>
            </a:pPr>
            <a:r>
              <a:rPr lang="en-US" sz="1300" b="1" dirty="0">
                <a:solidFill>
                  <a:srgbClr val="17170F"/>
                </a:solidFill>
                <a:latin typeface="Segoe UI" pitchFamily="34" charset="0"/>
                <a:ea typeface="Segoe UI" pitchFamily="34" charset="-122"/>
                <a:cs typeface="Segoe UI" pitchFamily="34" charset="-120"/>
              </a:rPr>
              <a:t>Ticket → Bay pass</a:t>
            </a:r>
            <a:endParaRPr lang="en-US" sz="1300" dirty="0"/>
          </a:p>
        </p:txBody>
      </p:sp>
      <p:pic>
        <p:nvPicPr>
          <p:cNvPr id="16" name="Image 0" descr="C:\Users\vansh\Downloads\Vishu 2\presentation-build\pieces\morph.png">    </p:cNvPr>
          <p:cNvPicPr>
            <a:picLocks noChangeAspect="1"/>
          </p:cNvPicPr>
          <p:nvPr/>
        </p:nvPicPr>
        <p:blipFill>
          <a:blip r:embed="rId1"/>
          <a:stretch>
            <a:fillRect/>
          </a:stretch>
        </p:blipFill>
        <p:spPr>
          <a:xfrm>
            <a:off x="7175500" y="1905000"/>
            <a:ext cx="4254500" cy="3651250"/>
          </a:xfrm>
          <a:prstGeom prst="rect">
            <a:avLst/>
          </a:prstGeom>
        </p:spPr>
      </p:pic>
      <p:sp>
        <p:nvSpPr>
          <p:cNvPr id="17" name="Text 14"/>
          <p:cNvSpPr txBox="1"/>
          <p:nvPr/>
        </p:nvSpPr>
        <p:spPr>
          <a:xfrm>
            <a:off x="8255000" y="5715000"/>
            <a:ext cx="3175000" cy="317500"/>
          </a:xfrm>
          <a:prstGeom prst="rect">
            <a:avLst/>
          </a:prstGeom>
          <a:noFill/>
          <a:ln/>
        </p:spPr>
        <p:txBody>
          <a:bodyPr wrap="square" lIns="0" tIns="0" rIns="0" bIns="0" rtlCol="0" anchor="t"/>
          <a:lstStyle/>
          <a:p>
            <a:pPr algn="r" indent="0" marL="0">
              <a:lnSpc>
                <a:spcPct val="112000"/>
              </a:lnSpc>
              <a:buNone/>
            </a:pPr>
            <a:r>
              <a:rPr lang="en-US" sz="1600" dirty="0">
                <a:solidFill>
                  <a:srgbClr val="8A6400"/>
                </a:solidFill>
                <a:latin typeface="Segoe Print" pitchFamily="34" charset="0"/>
                <a:ea typeface="Segoe Print" pitchFamily="34" charset="-122"/>
                <a:cs typeface="Segoe Print" pitchFamily="34" charset="-120"/>
              </a:rPr>
              <a:t>a cinema hall, but for cars.</a:t>
            </a:r>
            <a:endParaRPr lang="en-US" sz="1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count"/>
          <p:cNvSpPr txBox="1"/>
          <p:nvPr/>
        </p:nvSpPr>
        <p:spPr>
          <a:xfrm>
            <a:off x="10795000" y="215900"/>
            <a:ext cx="635000" cy="254000"/>
          </a:xfrm>
          <a:prstGeom prst="rect">
            <a:avLst/>
          </a:prstGeom>
          <a:noFill/>
          <a:ln/>
        </p:spPr>
        <p:txBody>
          <a:bodyPr wrap="square" lIns="0" tIns="0" rIns="0" bIns="0" rtlCol="0" anchor="ctr"/>
          <a:lstStyle/>
          <a:p>
            <a:pPr algn="r" indent="0" marL="0">
              <a:buNone/>
            </a:pPr>
            <a:r>
              <a:rPr lang="en-US" sz="1000" dirty="0">
                <a:solidFill>
                  <a:srgbClr val="121214"/>
                </a:solidFill>
                <a:latin typeface="Consolas" pitchFamily="34" charset="0"/>
                <a:ea typeface="Consolas" pitchFamily="34" charset="-122"/>
                <a:cs typeface="Consolas" pitchFamily="34" charset="-120"/>
              </a:rPr>
              <a:t>07</a:t>
            </a:r>
            <a:pPr algn="r" indent="0" marL="0">
              <a:buNone/>
            </a:pPr>
            <a:r>
              <a:rPr lang="en-US" sz="1000" dirty="0">
                <a:solidFill>
                  <a:srgbClr val="9A9AA1"/>
                </a:solidFill>
                <a:latin typeface="Consolas" pitchFamily="34" charset="0"/>
                <a:ea typeface="Consolas" pitchFamily="34" charset="-122"/>
                <a:cs typeface="Consolas" pitchFamily="34" charset="-120"/>
              </a:rPr>
              <a:t> / 15</a:t>
            </a:r>
            <a:endParaRPr lang="en-US" sz="1000" dirty="0"/>
          </a:p>
        </p:txBody>
      </p:sp>
      <p:sp>
        <p:nvSpPr>
          <p:cNvPr id="3" name="!!dot"/>
          <p:cNvSpPr/>
          <p:nvPr/>
        </p:nvSpPr>
        <p:spPr>
          <a:xfrm>
            <a:off x="5240564" y="6546850"/>
            <a:ext cx="114300" cy="114300"/>
          </a:xfrm>
          <a:prstGeom prst="ellipse">
            <a:avLst/>
          </a:prstGeom>
          <a:solidFill>
            <a:srgbClr val="D9A91A"/>
          </a:solidFill>
          <a:ln w="38100">
            <a:solidFill>
              <a:srgbClr val="FFD75A"/>
            </a:solidFill>
            <a:prstDash val="solid"/>
          </a:ln>
        </p:spPr>
      </p:sp>
      <p:sp>
        <p:nvSpPr>
          <p:cNvPr id="4" name="!!tagpill"/>
          <p:cNvSpPr/>
          <p:nvPr/>
        </p:nvSpPr>
        <p:spPr>
          <a:xfrm>
            <a:off x="7315200" y="203200"/>
            <a:ext cx="3352800" cy="279400"/>
          </a:xfrm>
          <a:prstGeom prst="roundRect">
            <a:avLst>
              <a:gd name="adj" fmla="val 50000"/>
            </a:avLst>
          </a:prstGeom>
          <a:solidFill>
            <a:srgbClr val="F4F4F1"/>
          </a:solidFill>
          <a:ln w="12700">
            <a:solidFill>
              <a:srgbClr val="C9C9C4"/>
            </a:solidFill>
            <a:prstDash val="solid"/>
          </a:ln>
        </p:spPr>
      </p:sp>
      <p:sp>
        <p:nvSpPr>
          <p:cNvPr id="5" name="!!tagdot"/>
          <p:cNvSpPr/>
          <p:nvPr/>
        </p:nvSpPr>
        <p:spPr>
          <a:xfrm>
            <a:off x="7429500" y="311150"/>
            <a:ext cx="63500" cy="63500"/>
          </a:xfrm>
          <a:prstGeom prst="ellipse">
            <a:avLst/>
          </a:prstGeom>
          <a:solidFill>
            <a:srgbClr val="FFD75A"/>
          </a:solidFill>
          <a:ln w="12700">
            <a:solidFill>
              <a:srgbClr val="FFD75A"/>
            </a:solidFill>
            <a:prstDash val="solid"/>
          </a:ln>
        </p:spPr>
      </p:sp>
      <p:sp>
        <p:nvSpPr>
          <p:cNvPr id="6" name="!!tagtext"/>
          <p:cNvSpPr txBox="1"/>
          <p:nvPr/>
        </p:nvSpPr>
        <p:spPr>
          <a:xfrm>
            <a:off x="7543800" y="203200"/>
            <a:ext cx="3098800" cy="279400"/>
          </a:xfrm>
          <a:prstGeom prst="rect">
            <a:avLst/>
          </a:prstGeom>
          <a:noFill/>
          <a:ln/>
        </p:spPr>
        <p:txBody>
          <a:bodyPr wrap="none" lIns="0" tIns="0" rIns="0" bIns="0" rtlCol="0" anchor="ctr"/>
          <a:lstStyle/>
          <a:p>
            <a:pPr indent="0" marL="0">
              <a:buNone/>
            </a:pPr>
            <a:r>
              <a:rPr lang="en-US" sz="900" b="1" dirty="0">
                <a:solidFill>
                  <a:srgbClr val="121214"/>
                </a:solidFill>
                <a:latin typeface="Consolas" pitchFamily="34" charset="0"/>
                <a:ea typeface="Consolas" pitchFamily="34" charset="-122"/>
                <a:cs typeface="Consolas" pitchFamily="34" charset="-120"/>
              </a:rPr>
              <a:t>Why it was made</a:t>
            </a:r>
            <a:pPr indent="0" marL="0">
              <a:buNone/>
            </a:pPr>
            <a:r>
              <a:rPr lang="en-US" sz="900" dirty="0">
                <a:solidFill>
                  <a:srgbClr val="3C3C42"/>
                </a:solidFill>
                <a:latin typeface="Consolas" pitchFamily="34" charset="0"/>
                <a:ea typeface="Consolas" pitchFamily="34" charset="-122"/>
                <a:cs typeface="Consolas" pitchFamily="34" charset="-120"/>
              </a:rPr>
              <a:t>  ·  What we set out to build</a:t>
            </a:r>
            <a:endParaRPr lang="en-US" sz="900" dirty="0"/>
          </a:p>
        </p:txBody>
      </p:sp>
      <p:sp>
        <p:nvSpPr>
          <p:cNvPr id="7" name="Text 18"/>
          <p:cNvSpPr/>
          <p:nvPr>
            <p:ph idx="119" type="body" hasCustomPrompt="1"/>
          </p:nvPr>
        </p:nvSpPr>
        <p:spPr>
          <a:xfrm>
            <a:off x="762000" y="952500"/>
            <a:ext cx="7620000" cy="254000"/>
          </a:xfrm>
          <a:prstGeom prst="rect">
            <a:avLst/>
          </a:prstGeom>
          <a:noFill/>
          <a:ln/>
        </p:spPr>
        <p:txBody>
          <a:bodyPr wrap="square" lIns="0" tIns="0" rIns="0" bIns="0" rtlCol="0" anchor="ctr"/>
          <a:lstStyle/>
          <a:p>
            <a:pPr algn="l" indent="0" marL="0">
              <a:buNone/>
            </a:pPr>
            <a:r>
              <a:rPr lang="en-US" sz="1100" b="1" dirty="0">
                <a:solidFill>
                  <a:srgbClr val="8A6400"/>
                </a:solidFill>
                <a:latin typeface="Consolas" pitchFamily="34" charset="0"/>
                <a:ea typeface="Consolas" pitchFamily="34" charset="-122"/>
                <a:cs typeface="Consolas" pitchFamily="34" charset="-120"/>
              </a:rPr>
              <a:t>05</a:t>
            </a:r>
            <a:pPr algn="l" indent="0" marL="0">
              <a:buNone/>
            </a:pPr>
            <a:r>
              <a:rPr lang="en-US" sz="1100" dirty="0">
                <a:solidFill>
                  <a:srgbClr val="62626A"/>
                </a:solidFill>
                <a:latin typeface="Consolas" pitchFamily="34" charset="0"/>
                <a:ea typeface="Consolas" pitchFamily="34" charset="-122"/>
                <a:cs typeface="Consolas" pitchFamily="34" charset="-120"/>
              </a:rPr>
              <a:t>  ——  What we set out to build</a:t>
            </a:r>
            <a:endParaRPr lang="en-US" sz="1100" dirty="0"/>
          </a:p>
        </p:txBody>
      </p:sp>
      <p:sp>
        <p:nvSpPr>
          <p:cNvPr id="8" name="Text 18"/>
          <p:cNvSpPr/>
          <p:nvPr>
            <p:ph idx="120" type="title" hasCustomPrompt="1"/>
          </p:nvPr>
        </p:nvSpPr>
        <p:spPr>
          <a:xfrm>
            <a:off x="762000" y="1295400"/>
            <a:ext cx="10668000" cy="1460500"/>
          </a:xfrm>
          <a:prstGeom prst="rect">
            <a:avLst/>
          </a:prstGeom>
          <a:noFill/>
          <a:ln/>
        </p:spPr>
        <p:txBody>
          <a:bodyPr wrap="square" lIns="0" tIns="0" rIns="0" bIns="0" rtlCol="0" anchor="t"/>
          <a:lstStyle/>
          <a:p>
            <a:pPr algn="l" indent="0" marL="0">
              <a:lnSpc>
                <a:spcPct val="92000"/>
              </a:lnSpc>
              <a:buNone/>
            </a:pPr>
            <a:r>
              <a:rPr lang="en-US" sz="4400" spc="-160" kern="0" dirty="0">
                <a:solidFill>
                  <a:srgbClr val="121214"/>
                </a:solidFill>
                <a:latin typeface="Segoe UI Semibold" pitchFamily="34" charset="0"/>
                <a:ea typeface="Segoe UI Semibold" pitchFamily="34" charset="-122"/>
                <a:cs typeface="Segoe UI Semibold" pitchFamily="34" charset="-120"/>
              </a:rPr>
              <a:t>Five promises we built it around.</a:t>
            </a:r>
            <a:endParaRPr lang="en-US" sz="4400" dirty="0"/>
          </a:p>
        </p:txBody>
      </p:sp>
      <p:sp>
        <p:nvSpPr>
          <p:cNvPr id="9" name="goal0"/>
          <p:cNvSpPr/>
          <p:nvPr/>
        </p:nvSpPr>
        <p:spPr>
          <a:xfrm>
            <a:off x="762000" y="2667000"/>
            <a:ext cx="2006600" cy="3175000"/>
          </a:xfrm>
          <a:prstGeom prst="roundRect">
            <a:avLst>
              <a:gd name="adj" fmla="val 7595"/>
            </a:avLst>
          </a:prstGeom>
          <a:solidFill>
            <a:srgbClr val="F8F8F6"/>
          </a:solidFill>
          <a:ln w="12700">
            <a:solidFill>
              <a:srgbClr val="DCDBD6"/>
            </a:solidFill>
            <a:prstDash val="solid"/>
          </a:ln>
          <a:effectLst>
            <a:outerShdw sx="100000" sy="100000" kx="0" ky="0" algn="bl" rotWithShape="0" blurRad="177800" dist="76200" dir="5400000">
              <a:srgbClr val="000000">
                <a:alpha val="10000"/>
              </a:srgbClr>
            </a:outerShdw>
          </a:effectLst>
        </p:spPr>
      </p:sp>
      <p:sp>
        <p:nvSpPr>
          <p:cNvPr id="10" name="Shape 8"/>
          <p:cNvSpPr/>
          <p:nvPr/>
        </p:nvSpPr>
        <p:spPr>
          <a:xfrm>
            <a:off x="952500" y="2895600"/>
            <a:ext cx="406400" cy="406400"/>
          </a:xfrm>
          <a:prstGeom prst="ellipse">
            <a:avLst/>
          </a:prstGeom>
          <a:solidFill>
            <a:srgbClr val="FFD75A"/>
          </a:solidFill>
          <a:ln w="12700">
            <a:solidFill>
              <a:srgbClr val="D9A91A"/>
            </a:solidFill>
            <a:prstDash val="solid"/>
          </a:ln>
        </p:spPr>
      </p:sp>
      <p:sp>
        <p:nvSpPr>
          <p:cNvPr id="11" name="Text 9"/>
          <p:cNvSpPr txBox="1"/>
          <p:nvPr/>
        </p:nvSpPr>
        <p:spPr>
          <a:xfrm>
            <a:off x="952500" y="2895600"/>
            <a:ext cx="406400" cy="406400"/>
          </a:xfrm>
          <a:prstGeom prst="rect">
            <a:avLst/>
          </a:prstGeom>
          <a:noFill/>
          <a:ln/>
        </p:spPr>
        <p:txBody>
          <a:bodyPr wrap="square" lIns="0" tIns="0" rIns="0" bIns="0" rtlCol="0" anchor="ctr"/>
          <a:lstStyle/>
          <a:p>
            <a:pPr algn="ctr" indent="0" marL="0">
              <a:lnSpc>
                <a:spcPct val="112000"/>
              </a:lnSpc>
              <a:buNone/>
            </a:pPr>
            <a:r>
              <a:rPr lang="en-US" sz="1400" b="1" dirty="0">
                <a:solidFill>
                  <a:srgbClr val="17170F"/>
                </a:solidFill>
                <a:latin typeface="Consolas" pitchFamily="34" charset="0"/>
                <a:ea typeface="Consolas" pitchFamily="34" charset="-122"/>
                <a:cs typeface="Consolas" pitchFamily="34" charset="-120"/>
              </a:rPr>
              <a:t>01</a:t>
            </a:r>
            <a:endParaRPr lang="en-US" sz="1400" dirty="0"/>
          </a:p>
        </p:txBody>
      </p:sp>
      <p:sp>
        <p:nvSpPr>
          <p:cNvPr id="12" name="Text 10"/>
          <p:cNvSpPr txBox="1"/>
          <p:nvPr/>
        </p:nvSpPr>
        <p:spPr>
          <a:xfrm>
            <a:off x="952500" y="3530600"/>
            <a:ext cx="1651000" cy="635000"/>
          </a:xfrm>
          <a:prstGeom prst="rect">
            <a:avLst/>
          </a:prstGeom>
          <a:noFill/>
          <a:ln/>
        </p:spPr>
        <p:txBody>
          <a:bodyPr wrap="square" lIns="0" tIns="0" rIns="0" bIns="0" rtlCol="0" anchor="t"/>
          <a:lstStyle/>
          <a:p>
            <a:pPr algn="l" indent="0" marL="0">
              <a:lnSpc>
                <a:spcPct val="102000"/>
              </a:lnSpc>
              <a:buNone/>
            </a:pPr>
            <a:r>
              <a:rPr lang="en-US" sz="2100" spc="-50" kern="0" dirty="0">
                <a:solidFill>
                  <a:srgbClr val="121214"/>
                </a:solidFill>
                <a:latin typeface="Segoe UI Semibold" pitchFamily="34" charset="0"/>
                <a:ea typeface="Segoe UI Semibold" pitchFamily="34" charset="-122"/>
                <a:cs typeface="Segoe UI Semibold" pitchFamily="34" charset="-120"/>
              </a:rPr>
              <a:t>See every bay</a:t>
            </a:r>
            <a:endParaRPr lang="en-US" sz="2100" dirty="0"/>
          </a:p>
        </p:txBody>
      </p:sp>
      <p:sp>
        <p:nvSpPr>
          <p:cNvPr id="13" name="Text 11"/>
          <p:cNvSpPr txBox="1"/>
          <p:nvPr/>
        </p:nvSpPr>
        <p:spPr>
          <a:xfrm>
            <a:off x="952500" y="4318000"/>
            <a:ext cx="1651000" cy="1397000"/>
          </a:xfrm>
          <a:prstGeom prst="rect">
            <a:avLst/>
          </a:prstGeom>
          <a:noFill/>
          <a:ln/>
        </p:spPr>
        <p:txBody>
          <a:bodyPr wrap="square" lIns="0" tIns="0" rIns="0" bIns="0" rtlCol="0" anchor="t"/>
          <a:lstStyle/>
          <a:p>
            <a:pPr algn="l" indent="0" marL="0">
              <a:lnSpc>
                <a:spcPct val="112000"/>
              </a:lnSpc>
              <a:buNone/>
            </a:pPr>
            <a:r>
              <a:rPr lang="en-US" sz="1400" dirty="0">
                <a:solidFill>
                  <a:srgbClr val="62626A"/>
                </a:solidFill>
                <a:latin typeface="Segoe UI" pitchFamily="34" charset="0"/>
                <a:ea typeface="Segoe UI" pitchFamily="34" charset="-122"/>
                <a:cs typeface="Segoe UI" pitchFamily="34" charset="-120"/>
              </a:rPr>
              <a:t>All 96 bays on one live plan, each one coloured by what it is doing right now.</a:t>
            </a:r>
            <a:endParaRPr lang="en-US" sz="1400" dirty="0"/>
          </a:p>
        </p:txBody>
      </p:sp>
      <p:sp>
        <p:nvSpPr>
          <p:cNvPr id="14" name="goal1"/>
          <p:cNvSpPr/>
          <p:nvPr/>
        </p:nvSpPr>
        <p:spPr>
          <a:xfrm>
            <a:off x="2921000" y="2667000"/>
            <a:ext cx="2006600" cy="3175000"/>
          </a:xfrm>
          <a:prstGeom prst="roundRect">
            <a:avLst>
              <a:gd name="adj" fmla="val 7595"/>
            </a:avLst>
          </a:prstGeom>
          <a:solidFill>
            <a:srgbClr val="F8F8F6"/>
          </a:solidFill>
          <a:ln w="12700">
            <a:solidFill>
              <a:srgbClr val="DCDBD6"/>
            </a:solidFill>
            <a:prstDash val="solid"/>
          </a:ln>
          <a:effectLst>
            <a:outerShdw sx="100000" sy="100000" kx="0" ky="0" algn="bl" rotWithShape="0" blurRad="177800" dist="76200" dir="5400000">
              <a:srgbClr val="000000">
                <a:alpha val="10000"/>
              </a:srgbClr>
            </a:outerShdw>
          </a:effectLst>
        </p:spPr>
      </p:sp>
      <p:sp>
        <p:nvSpPr>
          <p:cNvPr id="15" name="Shape 13"/>
          <p:cNvSpPr/>
          <p:nvPr/>
        </p:nvSpPr>
        <p:spPr>
          <a:xfrm>
            <a:off x="3111500" y="2895600"/>
            <a:ext cx="406400" cy="406400"/>
          </a:xfrm>
          <a:prstGeom prst="ellipse">
            <a:avLst/>
          </a:prstGeom>
          <a:solidFill>
            <a:srgbClr val="FFD75A"/>
          </a:solidFill>
          <a:ln w="12700">
            <a:solidFill>
              <a:srgbClr val="D9A91A"/>
            </a:solidFill>
            <a:prstDash val="solid"/>
          </a:ln>
        </p:spPr>
      </p:sp>
      <p:sp>
        <p:nvSpPr>
          <p:cNvPr id="16" name="Text 14"/>
          <p:cNvSpPr txBox="1"/>
          <p:nvPr/>
        </p:nvSpPr>
        <p:spPr>
          <a:xfrm>
            <a:off x="3111500" y="2895600"/>
            <a:ext cx="406400" cy="406400"/>
          </a:xfrm>
          <a:prstGeom prst="rect">
            <a:avLst/>
          </a:prstGeom>
          <a:noFill/>
          <a:ln/>
        </p:spPr>
        <p:txBody>
          <a:bodyPr wrap="square" lIns="0" tIns="0" rIns="0" bIns="0" rtlCol="0" anchor="ctr"/>
          <a:lstStyle/>
          <a:p>
            <a:pPr algn="ctr" indent="0" marL="0">
              <a:lnSpc>
                <a:spcPct val="112000"/>
              </a:lnSpc>
              <a:buNone/>
            </a:pPr>
            <a:r>
              <a:rPr lang="en-US" sz="1400" b="1" dirty="0">
                <a:solidFill>
                  <a:srgbClr val="17170F"/>
                </a:solidFill>
                <a:latin typeface="Consolas" pitchFamily="34" charset="0"/>
                <a:ea typeface="Consolas" pitchFamily="34" charset="-122"/>
                <a:cs typeface="Consolas" pitchFamily="34" charset="-120"/>
              </a:rPr>
              <a:t>02</a:t>
            </a:r>
            <a:endParaRPr lang="en-US" sz="1400" dirty="0"/>
          </a:p>
        </p:txBody>
      </p:sp>
      <p:sp>
        <p:nvSpPr>
          <p:cNvPr id="17" name="Text 15"/>
          <p:cNvSpPr txBox="1"/>
          <p:nvPr/>
        </p:nvSpPr>
        <p:spPr>
          <a:xfrm>
            <a:off x="3111500" y="3530600"/>
            <a:ext cx="1651000" cy="635000"/>
          </a:xfrm>
          <a:prstGeom prst="rect">
            <a:avLst/>
          </a:prstGeom>
          <a:noFill/>
          <a:ln/>
        </p:spPr>
        <p:txBody>
          <a:bodyPr wrap="square" lIns="0" tIns="0" rIns="0" bIns="0" rtlCol="0" anchor="t"/>
          <a:lstStyle/>
          <a:p>
            <a:pPr algn="l" indent="0" marL="0">
              <a:lnSpc>
                <a:spcPct val="102000"/>
              </a:lnSpc>
              <a:buNone/>
            </a:pPr>
            <a:r>
              <a:rPr lang="en-US" sz="2100" spc="-50" kern="0" dirty="0">
                <a:solidFill>
                  <a:srgbClr val="121214"/>
                </a:solidFill>
                <a:latin typeface="Segoe UI Semibold" pitchFamily="34" charset="0"/>
                <a:ea typeface="Segoe UI Semibold" pitchFamily="34" charset="-122"/>
                <a:cs typeface="Segoe UI Semibold" pitchFamily="34" charset="-120"/>
              </a:rPr>
              <a:t>Book a window</a:t>
            </a:r>
            <a:endParaRPr lang="en-US" sz="2100" dirty="0"/>
          </a:p>
        </p:txBody>
      </p:sp>
      <p:sp>
        <p:nvSpPr>
          <p:cNvPr id="18" name="Text 16"/>
          <p:cNvSpPr txBox="1"/>
          <p:nvPr/>
        </p:nvSpPr>
        <p:spPr>
          <a:xfrm>
            <a:off x="3111500" y="4318000"/>
            <a:ext cx="1651000" cy="1397000"/>
          </a:xfrm>
          <a:prstGeom prst="rect">
            <a:avLst/>
          </a:prstGeom>
          <a:noFill/>
          <a:ln/>
        </p:spPr>
        <p:txBody>
          <a:bodyPr wrap="square" lIns="0" tIns="0" rIns="0" bIns="0" rtlCol="0" anchor="t"/>
          <a:lstStyle/>
          <a:p>
            <a:pPr algn="l" indent="0" marL="0">
              <a:lnSpc>
                <a:spcPct val="112000"/>
              </a:lnSpc>
              <a:buNone/>
            </a:pPr>
            <a:r>
              <a:rPr lang="en-US" sz="1400" dirty="0">
                <a:solidFill>
                  <a:srgbClr val="62626A"/>
                </a:solidFill>
                <a:latin typeface="Segoe UI" pitchFamily="34" charset="0"/>
                <a:ea typeface="Segoe UI" pitchFamily="34" charset="-122"/>
                <a:cs typeface="Segoe UI" pitchFamily="34" charset="-120"/>
              </a:rPr>
              <a:t>Choose when you arrive and how long you stay, not just a spot.</a:t>
            </a:r>
            <a:endParaRPr lang="en-US" sz="1400" dirty="0"/>
          </a:p>
        </p:txBody>
      </p:sp>
      <p:sp>
        <p:nvSpPr>
          <p:cNvPr id="19" name="goal2"/>
          <p:cNvSpPr/>
          <p:nvPr/>
        </p:nvSpPr>
        <p:spPr>
          <a:xfrm>
            <a:off x="5080000" y="2667000"/>
            <a:ext cx="2006600" cy="3175000"/>
          </a:xfrm>
          <a:prstGeom prst="roundRect">
            <a:avLst>
              <a:gd name="adj" fmla="val 7595"/>
            </a:avLst>
          </a:prstGeom>
          <a:solidFill>
            <a:srgbClr val="F8F8F6"/>
          </a:solidFill>
          <a:ln w="12700">
            <a:solidFill>
              <a:srgbClr val="DCDBD6"/>
            </a:solidFill>
            <a:prstDash val="solid"/>
          </a:ln>
          <a:effectLst>
            <a:outerShdw sx="100000" sy="100000" kx="0" ky="0" algn="bl" rotWithShape="0" blurRad="177800" dist="76200" dir="5400000">
              <a:srgbClr val="000000">
                <a:alpha val="10000"/>
              </a:srgbClr>
            </a:outerShdw>
          </a:effectLst>
        </p:spPr>
      </p:sp>
      <p:sp>
        <p:nvSpPr>
          <p:cNvPr id="20" name="Shape 18"/>
          <p:cNvSpPr/>
          <p:nvPr/>
        </p:nvSpPr>
        <p:spPr>
          <a:xfrm>
            <a:off x="5270500" y="2895600"/>
            <a:ext cx="406400" cy="406400"/>
          </a:xfrm>
          <a:prstGeom prst="ellipse">
            <a:avLst/>
          </a:prstGeom>
          <a:solidFill>
            <a:srgbClr val="FFD75A"/>
          </a:solidFill>
          <a:ln w="12700">
            <a:solidFill>
              <a:srgbClr val="D9A91A"/>
            </a:solidFill>
            <a:prstDash val="solid"/>
          </a:ln>
        </p:spPr>
      </p:sp>
      <p:sp>
        <p:nvSpPr>
          <p:cNvPr id="21" name="Text 19"/>
          <p:cNvSpPr txBox="1"/>
          <p:nvPr/>
        </p:nvSpPr>
        <p:spPr>
          <a:xfrm>
            <a:off x="5270500" y="2895600"/>
            <a:ext cx="406400" cy="406400"/>
          </a:xfrm>
          <a:prstGeom prst="rect">
            <a:avLst/>
          </a:prstGeom>
          <a:noFill/>
          <a:ln/>
        </p:spPr>
        <p:txBody>
          <a:bodyPr wrap="square" lIns="0" tIns="0" rIns="0" bIns="0" rtlCol="0" anchor="ctr"/>
          <a:lstStyle/>
          <a:p>
            <a:pPr algn="ctr" indent="0" marL="0">
              <a:lnSpc>
                <a:spcPct val="112000"/>
              </a:lnSpc>
              <a:buNone/>
            </a:pPr>
            <a:r>
              <a:rPr lang="en-US" sz="1400" b="1" dirty="0">
                <a:solidFill>
                  <a:srgbClr val="17170F"/>
                </a:solidFill>
                <a:latin typeface="Consolas" pitchFamily="34" charset="0"/>
                <a:ea typeface="Consolas" pitchFamily="34" charset="-122"/>
                <a:cs typeface="Consolas" pitchFamily="34" charset="-120"/>
              </a:rPr>
              <a:t>03</a:t>
            </a:r>
            <a:endParaRPr lang="en-US" sz="1400" dirty="0"/>
          </a:p>
        </p:txBody>
      </p:sp>
      <p:sp>
        <p:nvSpPr>
          <p:cNvPr id="22" name="Text 20"/>
          <p:cNvSpPr txBox="1"/>
          <p:nvPr/>
        </p:nvSpPr>
        <p:spPr>
          <a:xfrm>
            <a:off x="5270500" y="3530600"/>
            <a:ext cx="1651000" cy="635000"/>
          </a:xfrm>
          <a:prstGeom prst="rect">
            <a:avLst/>
          </a:prstGeom>
          <a:noFill/>
          <a:ln/>
        </p:spPr>
        <p:txBody>
          <a:bodyPr wrap="square" lIns="0" tIns="0" rIns="0" bIns="0" rtlCol="0" anchor="t"/>
          <a:lstStyle/>
          <a:p>
            <a:pPr algn="l" indent="0" marL="0">
              <a:lnSpc>
                <a:spcPct val="102000"/>
              </a:lnSpc>
              <a:buNone/>
            </a:pPr>
            <a:r>
              <a:rPr lang="en-US" sz="2100" spc="-50" kern="0" dirty="0">
                <a:solidFill>
                  <a:srgbClr val="121214"/>
                </a:solidFill>
                <a:latin typeface="Segoe UI Semibold" pitchFamily="34" charset="0"/>
                <a:ea typeface="Segoe UI Semibold" pitchFamily="34" charset="-122"/>
                <a:cs typeface="Segoe UI Semibold" pitchFamily="34" charset="-120"/>
              </a:rPr>
              <a:t>No double bookings</a:t>
            </a:r>
            <a:endParaRPr lang="en-US" sz="2100" dirty="0"/>
          </a:p>
        </p:txBody>
      </p:sp>
      <p:sp>
        <p:nvSpPr>
          <p:cNvPr id="23" name="Text 21"/>
          <p:cNvSpPr txBox="1"/>
          <p:nvPr/>
        </p:nvSpPr>
        <p:spPr>
          <a:xfrm>
            <a:off x="5270500" y="4318000"/>
            <a:ext cx="1651000" cy="1397000"/>
          </a:xfrm>
          <a:prstGeom prst="rect">
            <a:avLst/>
          </a:prstGeom>
          <a:noFill/>
          <a:ln/>
        </p:spPr>
        <p:txBody>
          <a:bodyPr wrap="square" lIns="0" tIns="0" rIns="0" bIns="0" rtlCol="0" anchor="t"/>
          <a:lstStyle/>
          <a:p>
            <a:pPr algn="l" indent="0" marL="0">
              <a:lnSpc>
                <a:spcPct val="112000"/>
              </a:lnSpc>
              <a:buNone/>
            </a:pPr>
            <a:r>
              <a:rPr lang="en-US" sz="1400" dirty="0">
                <a:solidFill>
                  <a:srgbClr val="62626A"/>
                </a:solidFill>
                <a:latin typeface="Segoe UI" pitchFamily="34" charset="0"/>
                <a:ea typeface="Segoe UI" pitchFamily="34" charset="-122"/>
                <a:cs typeface="Segoe UI" pitchFamily="34" charset="-120"/>
              </a:rPr>
              <a:t>One bay, one booking, one time window. The server makes sure of it.</a:t>
            </a:r>
            <a:endParaRPr lang="en-US" sz="1400" dirty="0"/>
          </a:p>
        </p:txBody>
      </p:sp>
      <p:sp>
        <p:nvSpPr>
          <p:cNvPr id="24" name="goal3"/>
          <p:cNvSpPr/>
          <p:nvPr/>
        </p:nvSpPr>
        <p:spPr>
          <a:xfrm>
            <a:off x="7239000" y="2667000"/>
            <a:ext cx="2006600" cy="3175000"/>
          </a:xfrm>
          <a:prstGeom prst="roundRect">
            <a:avLst>
              <a:gd name="adj" fmla="val 7595"/>
            </a:avLst>
          </a:prstGeom>
          <a:solidFill>
            <a:srgbClr val="F8F8F6"/>
          </a:solidFill>
          <a:ln w="12700">
            <a:solidFill>
              <a:srgbClr val="DCDBD6"/>
            </a:solidFill>
            <a:prstDash val="solid"/>
          </a:ln>
          <a:effectLst>
            <a:outerShdw sx="100000" sy="100000" kx="0" ky="0" algn="bl" rotWithShape="0" blurRad="177800" dist="76200" dir="5400000">
              <a:srgbClr val="000000">
                <a:alpha val="10000"/>
              </a:srgbClr>
            </a:outerShdw>
          </a:effectLst>
        </p:spPr>
      </p:sp>
      <p:sp>
        <p:nvSpPr>
          <p:cNvPr id="25" name="Shape 23"/>
          <p:cNvSpPr/>
          <p:nvPr/>
        </p:nvSpPr>
        <p:spPr>
          <a:xfrm>
            <a:off x="7429500" y="2895600"/>
            <a:ext cx="406400" cy="406400"/>
          </a:xfrm>
          <a:prstGeom prst="ellipse">
            <a:avLst/>
          </a:prstGeom>
          <a:solidFill>
            <a:srgbClr val="FFD75A"/>
          </a:solidFill>
          <a:ln w="12700">
            <a:solidFill>
              <a:srgbClr val="D9A91A"/>
            </a:solidFill>
            <a:prstDash val="solid"/>
          </a:ln>
        </p:spPr>
      </p:sp>
      <p:sp>
        <p:nvSpPr>
          <p:cNvPr id="26" name="Text 24"/>
          <p:cNvSpPr txBox="1"/>
          <p:nvPr/>
        </p:nvSpPr>
        <p:spPr>
          <a:xfrm>
            <a:off x="7429500" y="2895600"/>
            <a:ext cx="406400" cy="406400"/>
          </a:xfrm>
          <a:prstGeom prst="rect">
            <a:avLst/>
          </a:prstGeom>
          <a:noFill/>
          <a:ln/>
        </p:spPr>
        <p:txBody>
          <a:bodyPr wrap="square" lIns="0" tIns="0" rIns="0" bIns="0" rtlCol="0" anchor="ctr"/>
          <a:lstStyle/>
          <a:p>
            <a:pPr algn="ctr" indent="0" marL="0">
              <a:lnSpc>
                <a:spcPct val="112000"/>
              </a:lnSpc>
              <a:buNone/>
            </a:pPr>
            <a:r>
              <a:rPr lang="en-US" sz="1400" b="1" dirty="0">
                <a:solidFill>
                  <a:srgbClr val="17170F"/>
                </a:solidFill>
                <a:latin typeface="Consolas" pitchFamily="34" charset="0"/>
                <a:ea typeface="Consolas" pitchFamily="34" charset="-122"/>
                <a:cs typeface="Consolas" pitchFamily="34" charset="-120"/>
              </a:rPr>
              <a:t>04</a:t>
            </a:r>
            <a:endParaRPr lang="en-US" sz="1400" dirty="0"/>
          </a:p>
        </p:txBody>
      </p:sp>
      <p:sp>
        <p:nvSpPr>
          <p:cNvPr id="27" name="Text 25"/>
          <p:cNvSpPr txBox="1"/>
          <p:nvPr/>
        </p:nvSpPr>
        <p:spPr>
          <a:xfrm>
            <a:off x="7429500" y="3530600"/>
            <a:ext cx="1651000" cy="635000"/>
          </a:xfrm>
          <a:prstGeom prst="rect">
            <a:avLst/>
          </a:prstGeom>
          <a:noFill/>
          <a:ln/>
        </p:spPr>
        <p:txBody>
          <a:bodyPr wrap="square" lIns="0" tIns="0" rIns="0" bIns="0" rtlCol="0" anchor="t"/>
          <a:lstStyle/>
          <a:p>
            <a:pPr algn="l" indent="0" marL="0">
              <a:lnSpc>
                <a:spcPct val="102000"/>
              </a:lnSpc>
              <a:buNone/>
            </a:pPr>
            <a:r>
              <a:rPr lang="en-US" sz="2100" spc="-50" kern="0" dirty="0">
                <a:solidFill>
                  <a:srgbClr val="121214"/>
                </a:solidFill>
                <a:latin typeface="Segoe UI Semibold" pitchFamily="34" charset="0"/>
                <a:ea typeface="Segoe UI Semibold" pitchFamily="34" charset="-122"/>
                <a:cs typeface="Segoe UI Semibold" pitchFamily="34" charset="-120"/>
              </a:rPr>
              <a:t>No hardware</a:t>
            </a:r>
            <a:endParaRPr lang="en-US" sz="2100" dirty="0"/>
          </a:p>
        </p:txBody>
      </p:sp>
      <p:sp>
        <p:nvSpPr>
          <p:cNvPr id="28" name="Text 26"/>
          <p:cNvSpPr txBox="1"/>
          <p:nvPr/>
        </p:nvSpPr>
        <p:spPr>
          <a:xfrm>
            <a:off x="7429500" y="4318000"/>
            <a:ext cx="1651000" cy="1397000"/>
          </a:xfrm>
          <a:prstGeom prst="rect">
            <a:avLst/>
          </a:prstGeom>
          <a:noFill/>
          <a:ln/>
        </p:spPr>
        <p:txBody>
          <a:bodyPr wrap="square" lIns="0" tIns="0" rIns="0" bIns="0" rtlCol="0" anchor="t"/>
          <a:lstStyle/>
          <a:p>
            <a:pPr algn="l" indent="0" marL="0">
              <a:lnSpc>
                <a:spcPct val="112000"/>
              </a:lnSpc>
              <a:buNone/>
            </a:pPr>
            <a:r>
              <a:rPr lang="en-US" sz="1400" dirty="0">
                <a:solidFill>
                  <a:srgbClr val="62626A"/>
                </a:solidFill>
                <a:latin typeface="Segoe UI" pitchFamily="34" charset="0"/>
                <a:ea typeface="Segoe UI" pitchFamily="34" charset="-122"/>
                <a:cs typeface="Segoe UI" pitchFamily="34" charset="-120"/>
              </a:rPr>
              <a:t>No sensors, no cameras, no wiring dug into the lot.</a:t>
            </a:r>
            <a:endParaRPr lang="en-US" sz="1400" dirty="0"/>
          </a:p>
        </p:txBody>
      </p:sp>
      <p:sp>
        <p:nvSpPr>
          <p:cNvPr id="29" name="goal4"/>
          <p:cNvSpPr/>
          <p:nvPr/>
        </p:nvSpPr>
        <p:spPr>
          <a:xfrm>
            <a:off x="9398000" y="2667000"/>
            <a:ext cx="2006600" cy="3175000"/>
          </a:xfrm>
          <a:prstGeom prst="roundRect">
            <a:avLst>
              <a:gd name="adj" fmla="val 7595"/>
            </a:avLst>
          </a:prstGeom>
          <a:solidFill>
            <a:srgbClr val="F8F8F6"/>
          </a:solidFill>
          <a:ln w="12700">
            <a:solidFill>
              <a:srgbClr val="DCDBD6"/>
            </a:solidFill>
            <a:prstDash val="solid"/>
          </a:ln>
          <a:effectLst>
            <a:outerShdw sx="100000" sy="100000" kx="0" ky="0" algn="bl" rotWithShape="0" blurRad="177800" dist="76200" dir="5400000">
              <a:srgbClr val="000000">
                <a:alpha val="10000"/>
              </a:srgbClr>
            </a:outerShdw>
          </a:effectLst>
        </p:spPr>
      </p:sp>
      <p:sp>
        <p:nvSpPr>
          <p:cNvPr id="30" name="Shape 28"/>
          <p:cNvSpPr/>
          <p:nvPr/>
        </p:nvSpPr>
        <p:spPr>
          <a:xfrm>
            <a:off x="9588500" y="2895600"/>
            <a:ext cx="406400" cy="406400"/>
          </a:xfrm>
          <a:prstGeom prst="ellipse">
            <a:avLst/>
          </a:prstGeom>
          <a:solidFill>
            <a:srgbClr val="FFD75A"/>
          </a:solidFill>
          <a:ln w="12700">
            <a:solidFill>
              <a:srgbClr val="D9A91A"/>
            </a:solidFill>
            <a:prstDash val="solid"/>
          </a:ln>
        </p:spPr>
      </p:sp>
      <p:sp>
        <p:nvSpPr>
          <p:cNvPr id="31" name="Text 29"/>
          <p:cNvSpPr txBox="1"/>
          <p:nvPr/>
        </p:nvSpPr>
        <p:spPr>
          <a:xfrm>
            <a:off x="9588500" y="2895600"/>
            <a:ext cx="406400" cy="406400"/>
          </a:xfrm>
          <a:prstGeom prst="rect">
            <a:avLst/>
          </a:prstGeom>
          <a:noFill/>
          <a:ln/>
        </p:spPr>
        <p:txBody>
          <a:bodyPr wrap="square" lIns="0" tIns="0" rIns="0" bIns="0" rtlCol="0" anchor="ctr"/>
          <a:lstStyle/>
          <a:p>
            <a:pPr algn="ctr" indent="0" marL="0">
              <a:lnSpc>
                <a:spcPct val="112000"/>
              </a:lnSpc>
              <a:buNone/>
            </a:pPr>
            <a:r>
              <a:rPr lang="en-US" sz="1400" b="1" dirty="0">
                <a:solidFill>
                  <a:srgbClr val="17170F"/>
                </a:solidFill>
                <a:latin typeface="Consolas" pitchFamily="34" charset="0"/>
                <a:ea typeface="Consolas" pitchFamily="34" charset="-122"/>
                <a:cs typeface="Consolas" pitchFamily="34" charset="-120"/>
              </a:rPr>
              <a:t>05</a:t>
            </a:r>
            <a:endParaRPr lang="en-US" sz="1400" dirty="0"/>
          </a:p>
        </p:txBody>
      </p:sp>
      <p:sp>
        <p:nvSpPr>
          <p:cNvPr id="32" name="Text 30"/>
          <p:cNvSpPr txBox="1"/>
          <p:nvPr/>
        </p:nvSpPr>
        <p:spPr>
          <a:xfrm>
            <a:off x="9588500" y="3530600"/>
            <a:ext cx="1651000" cy="635000"/>
          </a:xfrm>
          <a:prstGeom prst="rect">
            <a:avLst/>
          </a:prstGeom>
          <a:noFill/>
          <a:ln/>
        </p:spPr>
        <p:txBody>
          <a:bodyPr wrap="square" lIns="0" tIns="0" rIns="0" bIns="0" rtlCol="0" anchor="t"/>
          <a:lstStyle/>
          <a:p>
            <a:pPr algn="l" indent="0" marL="0">
              <a:lnSpc>
                <a:spcPct val="102000"/>
              </a:lnSpc>
              <a:buNone/>
            </a:pPr>
            <a:r>
              <a:rPr lang="en-US" sz="2100" spc="-50" kern="0" dirty="0">
                <a:solidFill>
                  <a:srgbClr val="121214"/>
                </a:solidFill>
                <a:latin typeface="Segoe UI Semibold" pitchFamily="34" charset="0"/>
                <a:ea typeface="Segoe UI Semibold" pitchFamily="34" charset="-122"/>
                <a:cs typeface="Segoe UI Semibold" pitchFamily="34" charset="-120"/>
              </a:rPr>
              <a:t>Any phone</a:t>
            </a:r>
            <a:endParaRPr lang="en-US" sz="2100" dirty="0"/>
          </a:p>
        </p:txBody>
      </p:sp>
      <p:sp>
        <p:nvSpPr>
          <p:cNvPr id="33" name="Text 31"/>
          <p:cNvSpPr txBox="1"/>
          <p:nvPr/>
        </p:nvSpPr>
        <p:spPr>
          <a:xfrm>
            <a:off x="9588500" y="4318000"/>
            <a:ext cx="1651000" cy="1397000"/>
          </a:xfrm>
          <a:prstGeom prst="rect">
            <a:avLst/>
          </a:prstGeom>
          <a:noFill/>
          <a:ln/>
        </p:spPr>
        <p:txBody>
          <a:bodyPr wrap="square" lIns="0" tIns="0" rIns="0" bIns="0" rtlCol="0" anchor="t"/>
          <a:lstStyle/>
          <a:p>
            <a:pPr algn="l" indent="0" marL="0">
              <a:lnSpc>
                <a:spcPct val="112000"/>
              </a:lnSpc>
              <a:buNone/>
            </a:pPr>
            <a:r>
              <a:rPr lang="en-US" sz="1400" dirty="0">
                <a:solidFill>
                  <a:srgbClr val="62626A"/>
                </a:solidFill>
                <a:latin typeface="Segoe UI" pitchFamily="34" charset="0"/>
                <a:ea typeface="Segoe UI" pitchFamily="34" charset="-122"/>
                <a:cs typeface="Segoe UI" pitchFamily="34" charset="-120"/>
              </a:rPr>
              <a:t>It's a website, not an app. Open the link and book.</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count"/>
          <p:cNvSpPr txBox="1"/>
          <p:nvPr/>
        </p:nvSpPr>
        <p:spPr>
          <a:xfrm>
            <a:off x="10795000" y="215900"/>
            <a:ext cx="635000" cy="254000"/>
          </a:xfrm>
          <a:prstGeom prst="rect">
            <a:avLst/>
          </a:prstGeom>
          <a:noFill/>
          <a:ln/>
        </p:spPr>
        <p:txBody>
          <a:bodyPr wrap="square" lIns="0" tIns="0" rIns="0" bIns="0" rtlCol="0" anchor="ctr"/>
          <a:lstStyle/>
          <a:p>
            <a:pPr algn="r" indent="0" marL="0">
              <a:buNone/>
            </a:pPr>
            <a:r>
              <a:rPr lang="en-US" sz="1000" dirty="0">
                <a:solidFill>
                  <a:srgbClr val="F0F0F3"/>
                </a:solidFill>
                <a:latin typeface="Consolas" pitchFamily="34" charset="0"/>
                <a:ea typeface="Consolas" pitchFamily="34" charset="-122"/>
                <a:cs typeface="Consolas" pitchFamily="34" charset="-120"/>
              </a:rPr>
              <a:t>08</a:t>
            </a:r>
            <a:pPr algn="r" indent="0" marL="0">
              <a:buNone/>
            </a:pPr>
            <a:r>
              <a:rPr lang="en-US" sz="1000" dirty="0">
                <a:solidFill>
                  <a:srgbClr val="5E5E67"/>
                </a:solidFill>
                <a:latin typeface="Consolas" pitchFamily="34" charset="0"/>
                <a:ea typeface="Consolas" pitchFamily="34" charset="-122"/>
                <a:cs typeface="Consolas" pitchFamily="34" charset="-120"/>
              </a:rPr>
              <a:t> / 15</a:t>
            </a:r>
            <a:endParaRPr lang="en-US" sz="1000" dirty="0"/>
          </a:p>
        </p:txBody>
      </p:sp>
      <p:sp>
        <p:nvSpPr>
          <p:cNvPr id="3" name="!!dot"/>
          <p:cNvSpPr/>
          <p:nvPr/>
        </p:nvSpPr>
        <p:spPr>
          <a:xfrm>
            <a:off x="6038850" y="6546850"/>
            <a:ext cx="114300" cy="114300"/>
          </a:xfrm>
          <a:prstGeom prst="ellipse">
            <a:avLst/>
          </a:prstGeom>
          <a:solidFill>
            <a:srgbClr val="D9A91A"/>
          </a:solidFill>
          <a:ln w="38100">
            <a:solidFill>
              <a:srgbClr val="FFD75A"/>
            </a:solidFill>
            <a:prstDash val="solid"/>
          </a:ln>
        </p:spPr>
      </p:sp>
      <p:sp>
        <p:nvSpPr>
          <p:cNvPr id="4" name="Text 2"/>
          <p:cNvSpPr txBox="1"/>
          <p:nvPr/>
        </p:nvSpPr>
        <p:spPr>
          <a:xfrm>
            <a:off x="762000" y="952500"/>
            <a:ext cx="5715000" cy="254000"/>
          </a:xfrm>
          <a:prstGeom prst="rect">
            <a:avLst/>
          </a:prstGeom>
          <a:noFill/>
          <a:ln/>
        </p:spPr>
        <p:txBody>
          <a:bodyPr wrap="square" lIns="0" tIns="0" rIns="0" bIns="0" rtlCol="0" anchor="t"/>
          <a:lstStyle/>
          <a:p>
            <a:pPr algn="l" indent="0" marL="0">
              <a:lnSpc>
                <a:spcPct val="112000"/>
              </a:lnSpc>
              <a:buNone/>
            </a:pPr>
            <a:r>
              <a:rPr lang="en-US" sz="1100" b="1" dirty="0">
                <a:solidFill>
                  <a:srgbClr val="F3CF6B"/>
                </a:solidFill>
                <a:latin typeface="Consolas" pitchFamily="34" charset="0"/>
                <a:ea typeface="Consolas" pitchFamily="34" charset="-122"/>
                <a:cs typeface="Consolas" pitchFamily="34" charset="-120"/>
              </a:rPr>
              <a:t>Part 02</a:t>
            </a:r>
            <a:pPr algn="l" indent="0" marL="0">
              <a:lnSpc>
                <a:spcPct val="112000"/>
              </a:lnSpc>
              <a:buNone/>
            </a:pPr>
            <a:r>
              <a:rPr lang="en-US" sz="1100" dirty="0">
                <a:solidFill>
                  <a:srgbClr val="8A8A94"/>
                </a:solidFill>
                <a:latin typeface="Consolas" pitchFamily="34" charset="0"/>
                <a:ea typeface="Consolas" pitchFamily="34" charset="-122"/>
                <a:cs typeface="Consolas" pitchFamily="34" charset="-120"/>
              </a:rPr>
              <a:t>  ——  What makes it unique</a:t>
            </a:r>
            <a:endParaRPr lang="en-US" sz="1100" dirty="0"/>
          </a:p>
        </p:txBody>
      </p:sp>
      <p:sp>
        <p:nvSpPr>
          <p:cNvPr id="5" name="Text 3"/>
          <p:cNvSpPr txBox="1"/>
          <p:nvPr/>
        </p:nvSpPr>
        <p:spPr>
          <a:xfrm>
            <a:off x="660400" y="1714500"/>
            <a:ext cx="6350000" cy="2413000"/>
          </a:xfrm>
          <a:prstGeom prst="rect">
            <a:avLst/>
          </a:prstGeom>
          <a:noFill/>
          <a:ln/>
        </p:spPr>
        <p:txBody>
          <a:bodyPr wrap="square" lIns="0" tIns="0" rIns="0" bIns="0" rtlCol="0" anchor="t"/>
          <a:lstStyle/>
          <a:p>
            <a:pPr algn="l" indent="0" marL="0">
              <a:lnSpc>
                <a:spcPct val="90000"/>
              </a:lnSpc>
              <a:buNone/>
            </a:pPr>
            <a:r>
              <a:rPr lang="en-US" sz="8400" spc="-500" kern="0" dirty="0">
                <a:solidFill>
                  <a:srgbClr val="F0F0F3"/>
                </a:solidFill>
                <a:latin typeface="Segoe UI Semibold" pitchFamily="34" charset="0"/>
                <a:ea typeface="Segoe UI Semibold" pitchFamily="34" charset="-122"/>
                <a:cs typeface="Segoe UI Semibold" pitchFamily="34" charset="-120"/>
              </a:rPr>
              <a:t>What makes it unique.</a:t>
            </a:r>
            <a:endParaRPr lang="en-US" sz="8400" dirty="0"/>
          </a:p>
        </p:txBody>
      </p:sp>
      <p:sp>
        <p:nvSpPr>
          <p:cNvPr id="6" name="Text 4"/>
          <p:cNvSpPr txBox="1"/>
          <p:nvPr/>
        </p:nvSpPr>
        <p:spPr>
          <a:xfrm>
            <a:off x="762000" y="4572000"/>
            <a:ext cx="5461000" cy="762000"/>
          </a:xfrm>
          <a:prstGeom prst="rect">
            <a:avLst/>
          </a:prstGeom>
          <a:noFill/>
          <a:ln/>
        </p:spPr>
        <p:txBody>
          <a:bodyPr wrap="square" lIns="0" tIns="0" rIns="0" bIns="0" rtlCol="0" anchor="t"/>
          <a:lstStyle/>
          <a:p>
            <a:pPr algn="l" indent="0" marL="0">
              <a:lnSpc>
                <a:spcPct val="112000"/>
              </a:lnSpc>
              <a:buNone/>
            </a:pPr>
            <a:r>
              <a:rPr lang="en-US" sz="1800" dirty="0">
                <a:solidFill>
                  <a:srgbClr val="8A8A94"/>
                </a:solidFill>
                <a:latin typeface="Segoe UI" pitchFamily="34" charset="0"/>
                <a:ea typeface="Segoe UI" pitchFamily="34" charset="-122"/>
                <a:cs typeface="Segoe UI" pitchFamily="34" charset="-120"/>
              </a:rPr>
              <a:t>Lots of apps help you find parking. These are the five things Arrivo does that they don't.</a:t>
            </a:r>
            <a:endParaRPr lang="en-US" sz="1800" dirty="0"/>
          </a:p>
        </p:txBody>
      </p:sp>
      <p:sp>
        <p:nvSpPr>
          <p:cNvPr id="7" name="Shape 5"/>
          <p:cNvSpPr/>
          <p:nvPr/>
        </p:nvSpPr>
        <p:spPr>
          <a:xfrm>
            <a:off x="7366000" y="1905000"/>
            <a:ext cx="4064000" cy="0"/>
          </a:xfrm>
          <a:prstGeom prst="line">
            <a:avLst/>
          </a:prstGeom>
          <a:noFill/>
          <a:ln w="12700">
            <a:solidFill>
              <a:srgbClr val="3A3A42"/>
            </a:solidFill>
            <a:prstDash val="solid"/>
          </a:ln>
        </p:spPr>
      </p:sp>
      <p:sp>
        <p:nvSpPr>
          <p:cNvPr id="8" name="Text 6"/>
          <p:cNvSpPr txBox="1"/>
          <p:nvPr/>
        </p:nvSpPr>
        <p:spPr>
          <a:xfrm>
            <a:off x="7366000" y="2095500"/>
            <a:ext cx="444500" cy="254000"/>
          </a:xfrm>
          <a:prstGeom prst="rect">
            <a:avLst/>
          </a:prstGeom>
          <a:noFill/>
          <a:ln/>
        </p:spPr>
        <p:txBody>
          <a:bodyPr wrap="square" lIns="0" tIns="0" rIns="0" bIns="0" rtlCol="0" anchor="t"/>
          <a:lstStyle/>
          <a:p>
            <a:pPr algn="l" indent="0" marL="0">
              <a:lnSpc>
                <a:spcPct val="112000"/>
              </a:lnSpc>
              <a:buNone/>
            </a:pPr>
            <a:r>
              <a:rPr lang="en-US" sz="1200" b="1" dirty="0">
                <a:solidFill>
                  <a:srgbClr val="FFD75A"/>
                </a:solidFill>
                <a:latin typeface="Consolas" pitchFamily="34" charset="0"/>
                <a:ea typeface="Consolas" pitchFamily="34" charset="-122"/>
                <a:cs typeface="Consolas" pitchFamily="34" charset="-120"/>
              </a:rPr>
              <a:t>01</a:t>
            </a:r>
            <a:endParaRPr lang="en-US" sz="1200" dirty="0"/>
          </a:p>
        </p:txBody>
      </p:sp>
      <p:sp>
        <p:nvSpPr>
          <p:cNvPr id="9" name="Text 7"/>
          <p:cNvSpPr txBox="1"/>
          <p:nvPr/>
        </p:nvSpPr>
        <p:spPr>
          <a:xfrm>
            <a:off x="7874000" y="2044700"/>
            <a:ext cx="3556000" cy="381000"/>
          </a:xfrm>
          <a:prstGeom prst="rect">
            <a:avLst/>
          </a:prstGeom>
          <a:noFill/>
          <a:ln/>
        </p:spPr>
        <p:txBody>
          <a:bodyPr wrap="square" lIns="0" tIns="0" rIns="0" bIns="0" rtlCol="0" anchor="t"/>
          <a:lstStyle/>
          <a:p>
            <a:pPr algn="l" indent="0" marL="0">
              <a:lnSpc>
                <a:spcPct val="112000"/>
              </a:lnSpc>
              <a:buNone/>
            </a:pPr>
            <a:r>
              <a:rPr lang="en-US" sz="2200" spc="-50" kern="0" dirty="0">
                <a:solidFill>
                  <a:srgbClr val="F0F0F3"/>
                </a:solidFill>
                <a:latin typeface="Segoe UI Semibold" pitchFamily="34" charset="0"/>
                <a:ea typeface="Segoe UI Semibold" pitchFamily="34" charset="-122"/>
                <a:cs typeface="Segoe UI Semibold" pitchFamily="34" charset="-120"/>
              </a:rPr>
              <a:t>A real lot, drawn bay by bay</a:t>
            </a:r>
            <a:endParaRPr lang="en-US" sz="2200" dirty="0"/>
          </a:p>
        </p:txBody>
      </p:sp>
      <p:sp>
        <p:nvSpPr>
          <p:cNvPr id="10" name="Shape 8"/>
          <p:cNvSpPr/>
          <p:nvPr/>
        </p:nvSpPr>
        <p:spPr>
          <a:xfrm>
            <a:off x="7366000" y="2641600"/>
            <a:ext cx="4064000" cy="0"/>
          </a:xfrm>
          <a:prstGeom prst="line">
            <a:avLst/>
          </a:prstGeom>
          <a:noFill/>
          <a:ln w="12700">
            <a:solidFill>
              <a:srgbClr val="3A3A42"/>
            </a:solidFill>
            <a:prstDash val="solid"/>
          </a:ln>
        </p:spPr>
      </p:sp>
      <p:sp>
        <p:nvSpPr>
          <p:cNvPr id="11" name="Text 9"/>
          <p:cNvSpPr txBox="1"/>
          <p:nvPr/>
        </p:nvSpPr>
        <p:spPr>
          <a:xfrm>
            <a:off x="7366000" y="2832100"/>
            <a:ext cx="444500" cy="254000"/>
          </a:xfrm>
          <a:prstGeom prst="rect">
            <a:avLst/>
          </a:prstGeom>
          <a:noFill/>
          <a:ln/>
        </p:spPr>
        <p:txBody>
          <a:bodyPr wrap="square" lIns="0" tIns="0" rIns="0" bIns="0" rtlCol="0" anchor="t"/>
          <a:lstStyle/>
          <a:p>
            <a:pPr algn="l" indent="0" marL="0">
              <a:lnSpc>
                <a:spcPct val="112000"/>
              </a:lnSpc>
              <a:buNone/>
            </a:pPr>
            <a:r>
              <a:rPr lang="en-US" sz="1200" b="1" dirty="0">
                <a:solidFill>
                  <a:srgbClr val="FFD75A"/>
                </a:solidFill>
                <a:latin typeface="Consolas" pitchFamily="34" charset="0"/>
                <a:ea typeface="Consolas" pitchFamily="34" charset="-122"/>
                <a:cs typeface="Consolas" pitchFamily="34" charset="-120"/>
              </a:rPr>
              <a:t>02</a:t>
            </a:r>
            <a:endParaRPr lang="en-US" sz="1200" dirty="0"/>
          </a:p>
        </p:txBody>
      </p:sp>
      <p:sp>
        <p:nvSpPr>
          <p:cNvPr id="12" name="Text 10"/>
          <p:cNvSpPr txBox="1"/>
          <p:nvPr/>
        </p:nvSpPr>
        <p:spPr>
          <a:xfrm>
            <a:off x="7874000" y="2781300"/>
            <a:ext cx="3556000" cy="381000"/>
          </a:xfrm>
          <a:prstGeom prst="rect">
            <a:avLst/>
          </a:prstGeom>
          <a:noFill/>
          <a:ln/>
        </p:spPr>
        <p:txBody>
          <a:bodyPr wrap="square" lIns="0" tIns="0" rIns="0" bIns="0" rtlCol="0" anchor="t"/>
          <a:lstStyle/>
          <a:p>
            <a:pPr algn="l" indent="0" marL="0">
              <a:lnSpc>
                <a:spcPct val="112000"/>
              </a:lnSpc>
              <a:buNone/>
            </a:pPr>
            <a:r>
              <a:rPr lang="en-US" sz="2200" spc="-50" kern="0" dirty="0">
                <a:solidFill>
                  <a:srgbClr val="F0F0F3"/>
                </a:solidFill>
                <a:latin typeface="Segoe UI Semibold" pitchFamily="34" charset="0"/>
                <a:ea typeface="Segoe UI Semibold" pitchFamily="34" charset="-122"/>
                <a:cs typeface="Segoe UI Semibold" pitchFamily="34" charset="-120"/>
              </a:rPr>
              <a:t>The X-ray lens</a:t>
            </a:r>
            <a:endParaRPr lang="en-US" sz="2200" dirty="0"/>
          </a:p>
        </p:txBody>
      </p:sp>
      <p:sp>
        <p:nvSpPr>
          <p:cNvPr id="13" name="Shape 11"/>
          <p:cNvSpPr/>
          <p:nvPr/>
        </p:nvSpPr>
        <p:spPr>
          <a:xfrm>
            <a:off x="7366000" y="3378200"/>
            <a:ext cx="4064000" cy="0"/>
          </a:xfrm>
          <a:prstGeom prst="line">
            <a:avLst/>
          </a:prstGeom>
          <a:noFill/>
          <a:ln w="12700">
            <a:solidFill>
              <a:srgbClr val="3A3A42"/>
            </a:solidFill>
            <a:prstDash val="solid"/>
          </a:ln>
        </p:spPr>
      </p:sp>
      <p:sp>
        <p:nvSpPr>
          <p:cNvPr id="14" name="Text 12"/>
          <p:cNvSpPr txBox="1"/>
          <p:nvPr/>
        </p:nvSpPr>
        <p:spPr>
          <a:xfrm>
            <a:off x="7366000" y="3568700"/>
            <a:ext cx="444500" cy="254000"/>
          </a:xfrm>
          <a:prstGeom prst="rect">
            <a:avLst/>
          </a:prstGeom>
          <a:noFill/>
          <a:ln/>
        </p:spPr>
        <p:txBody>
          <a:bodyPr wrap="square" lIns="0" tIns="0" rIns="0" bIns="0" rtlCol="0" anchor="t"/>
          <a:lstStyle/>
          <a:p>
            <a:pPr algn="l" indent="0" marL="0">
              <a:lnSpc>
                <a:spcPct val="112000"/>
              </a:lnSpc>
              <a:buNone/>
            </a:pPr>
            <a:r>
              <a:rPr lang="en-US" sz="1200" b="1" dirty="0">
                <a:solidFill>
                  <a:srgbClr val="FFD75A"/>
                </a:solidFill>
                <a:latin typeface="Consolas" pitchFamily="34" charset="0"/>
                <a:ea typeface="Consolas" pitchFamily="34" charset="-122"/>
                <a:cs typeface="Consolas" pitchFamily="34" charset="-120"/>
              </a:rPr>
              <a:t>03</a:t>
            </a:r>
            <a:endParaRPr lang="en-US" sz="1200" dirty="0"/>
          </a:p>
        </p:txBody>
      </p:sp>
      <p:sp>
        <p:nvSpPr>
          <p:cNvPr id="15" name="Text 13"/>
          <p:cNvSpPr txBox="1"/>
          <p:nvPr/>
        </p:nvSpPr>
        <p:spPr>
          <a:xfrm>
            <a:off x="7874000" y="3517900"/>
            <a:ext cx="3556000" cy="381000"/>
          </a:xfrm>
          <a:prstGeom prst="rect">
            <a:avLst/>
          </a:prstGeom>
          <a:noFill/>
          <a:ln/>
        </p:spPr>
        <p:txBody>
          <a:bodyPr wrap="square" lIns="0" tIns="0" rIns="0" bIns="0" rtlCol="0" anchor="t"/>
          <a:lstStyle/>
          <a:p>
            <a:pPr algn="l" indent="0" marL="0">
              <a:lnSpc>
                <a:spcPct val="112000"/>
              </a:lnSpc>
              <a:buNone/>
            </a:pPr>
            <a:r>
              <a:rPr lang="en-US" sz="2200" spc="-50" kern="0" dirty="0">
                <a:solidFill>
                  <a:srgbClr val="F0F0F3"/>
                </a:solidFill>
                <a:latin typeface="Segoe UI Semibold" pitchFamily="34" charset="0"/>
                <a:ea typeface="Segoe UI Semibold" pitchFamily="34" charset="-122"/>
                <a:cs typeface="Segoe UI Semibold" pitchFamily="34" charset="-120"/>
              </a:rPr>
              <a:t>Book a time, not just a spot</a:t>
            </a:r>
            <a:endParaRPr lang="en-US" sz="2200" dirty="0"/>
          </a:p>
        </p:txBody>
      </p:sp>
      <p:sp>
        <p:nvSpPr>
          <p:cNvPr id="16" name="Shape 14"/>
          <p:cNvSpPr/>
          <p:nvPr/>
        </p:nvSpPr>
        <p:spPr>
          <a:xfrm>
            <a:off x="7366000" y="4114800"/>
            <a:ext cx="4064000" cy="0"/>
          </a:xfrm>
          <a:prstGeom prst="line">
            <a:avLst/>
          </a:prstGeom>
          <a:noFill/>
          <a:ln w="12700">
            <a:solidFill>
              <a:srgbClr val="3A3A42"/>
            </a:solidFill>
            <a:prstDash val="solid"/>
          </a:ln>
        </p:spPr>
      </p:sp>
      <p:sp>
        <p:nvSpPr>
          <p:cNvPr id="17" name="Text 15"/>
          <p:cNvSpPr txBox="1"/>
          <p:nvPr/>
        </p:nvSpPr>
        <p:spPr>
          <a:xfrm>
            <a:off x="7366000" y="4305300"/>
            <a:ext cx="444500" cy="254000"/>
          </a:xfrm>
          <a:prstGeom prst="rect">
            <a:avLst/>
          </a:prstGeom>
          <a:noFill/>
          <a:ln/>
        </p:spPr>
        <p:txBody>
          <a:bodyPr wrap="square" lIns="0" tIns="0" rIns="0" bIns="0" rtlCol="0" anchor="t"/>
          <a:lstStyle/>
          <a:p>
            <a:pPr algn="l" indent="0" marL="0">
              <a:lnSpc>
                <a:spcPct val="112000"/>
              </a:lnSpc>
              <a:buNone/>
            </a:pPr>
            <a:r>
              <a:rPr lang="en-US" sz="1200" b="1" dirty="0">
                <a:solidFill>
                  <a:srgbClr val="FFD75A"/>
                </a:solidFill>
                <a:latin typeface="Consolas" pitchFamily="34" charset="0"/>
                <a:ea typeface="Consolas" pitchFamily="34" charset="-122"/>
                <a:cs typeface="Consolas" pitchFamily="34" charset="-120"/>
              </a:rPr>
              <a:t>04</a:t>
            </a:r>
            <a:endParaRPr lang="en-US" sz="1200" dirty="0"/>
          </a:p>
        </p:txBody>
      </p:sp>
      <p:sp>
        <p:nvSpPr>
          <p:cNvPr id="18" name="Text 16"/>
          <p:cNvSpPr txBox="1"/>
          <p:nvPr/>
        </p:nvSpPr>
        <p:spPr>
          <a:xfrm>
            <a:off x="7874000" y="4254500"/>
            <a:ext cx="3556000" cy="381000"/>
          </a:xfrm>
          <a:prstGeom prst="rect">
            <a:avLst/>
          </a:prstGeom>
          <a:noFill/>
          <a:ln/>
        </p:spPr>
        <p:txBody>
          <a:bodyPr wrap="square" lIns="0" tIns="0" rIns="0" bIns="0" rtlCol="0" anchor="t"/>
          <a:lstStyle/>
          <a:p>
            <a:pPr algn="l" indent="0" marL="0">
              <a:lnSpc>
                <a:spcPct val="112000"/>
              </a:lnSpc>
              <a:buNone/>
            </a:pPr>
            <a:r>
              <a:rPr lang="en-US" sz="2200" spc="-50" kern="0" dirty="0">
                <a:solidFill>
                  <a:srgbClr val="F0F0F3"/>
                </a:solidFill>
                <a:latin typeface="Segoe UI Semibold" pitchFamily="34" charset="0"/>
                <a:ea typeface="Segoe UI Semibold" pitchFamily="34" charset="-122"/>
                <a:cs typeface="Segoe UI Semibold" pitchFamily="34" charset="-120"/>
              </a:rPr>
              <a:t>Live, no double-booking</a:t>
            </a:r>
            <a:endParaRPr lang="en-US" sz="2200" dirty="0"/>
          </a:p>
        </p:txBody>
      </p:sp>
      <p:sp>
        <p:nvSpPr>
          <p:cNvPr id="19" name="Shape 17"/>
          <p:cNvSpPr/>
          <p:nvPr/>
        </p:nvSpPr>
        <p:spPr>
          <a:xfrm>
            <a:off x="7366000" y="4851400"/>
            <a:ext cx="4064000" cy="0"/>
          </a:xfrm>
          <a:prstGeom prst="line">
            <a:avLst/>
          </a:prstGeom>
          <a:noFill/>
          <a:ln w="12700">
            <a:solidFill>
              <a:srgbClr val="3A3A42"/>
            </a:solidFill>
            <a:prstDash val="solid"/>
          </a:ln>
        </p:spPr>
      </p:sp>
      <p:sp>
        <p:nvSpPr>
          <p:cNvPr id="20" name="Text 18"/>
          <p:cNvSpPr txBox="1"/>
          <p:nvPr/>
        </p:nvSpPr>
        <p:spPr>
          <a:xfrm>
            <a:off x="7366000" y="5041900"/>
            <a:ext cx="444500" cy="254000"/>
          </a:xfrm>
          <a:prstGeom prst="rect">
            <a:avLst/>
          </a:prstGeom>
          <a:noFill/>
          <a:ln/>
        </p:spPr>
        <p:txBody>
          <a:bodyPr wrap="square" lIns="0" tIns="0" rIns="0" bIns="0" rtlCol="0" anchor="t"/>
          <a:lstStyle/>
          <a:p>
            <a:pPr algn="l" indent="0" marL="0">
              <a:lnSpc>
                <a:spcPct val="112000"/>
              </a:lnSpc>
              <a:buNone/>
            </a:pPr>
            <a:r>
              <a:rPr lang="en-US" sz="1200" b="1" dirty="0">
                <a:solidFill>
                  <a:srgbClr val="FFD75A"/>
                </a:solidFill>
                <a:latin typeface="Consolas" pitchFamily="34" charset="0"/>
                <a:ea typeface="Consolas" pitchFamily="34" charset="-122"/>
                <a:cs typeface="Consolas" pitchFamily="34" charset="-120"/>
              </a:rPr>
              <a:t>05</a:t>
            </a:r>
            <a:endParaRPr lang="en-US" sz="1200" dirty="0"/>
          </a:p>
        </p:txBody>
      </p:sp>
      <p:sp>
        <p:nvSpPr>
          <p:cNvPr id="21" name="Text 19"/>
          <p:cNvSpPr txBox="1"/>
          <p:nvPr/>
        </p:nvSpPr>
        <p:spPr>
          <a:xfrm>
            <a:off x="7874000" y="4991100"/>
            <a:ext cx="3556000" cy="381000"/>
          </a:xfrm>
          <a:prstGeom prst="rect">
            <a:avLst/>
          </a:prstGeom>
          <a:noFill/>
          <a:ln/>
        </p:spPr>
        <p:txBody>
          <a:bodyPr wrap="square" lIns="0" tIns="0" rIns="0" bIns="0" rtlCol="0" anchor="t"/>
          <a:lstStyle/>
          <a:p>
            <a:pPr algn="l" indent="0" marL="0">
              <a:lnSpc>
                <a:spcPct val="112000"/>
              </a:lnSpc>
              <a:buNone/>
            </a:pPr>
            <a:r>
              <a:rPr lang="en-US" sz="2200" spc="-50" kern="0" dirty="0">
                <a:solidFill>
                  <a:srgbClr val="F0F0F3"/>
                </a:solidFill>
                <a:latin typeface="Segoe UI Semibold" pitchFamily="34" charset="0"/>
                <a:ea typeface="Segoe UI Semibold" pitchFamily="34" charset="-122"/>
                <a:cs typeface="Segoe UI Semibold" pitchFamily="34" charset="-120"/>
              </a:rPr>
              <a:t>No hardware, any phone</a:t>
            </a:r>
            <a:endParaRPr lang="en-US" sz="2200" dirty="0"/>
          </a:p>
        </p:txBody>
      </p:sp>
      <p:sp>
        <p:nvSpPr>
          <p:cNvPr id="22" name="Shape 20"/>
          <p:cNvSpPr/>
          <p:nvPr/>
        </p:nvSpPr>
        <p:spPr>
          <a:xfrm>
            <a:off x="7366000" y="5588000"/>
            <a:ext cx="4064000" cy="0"/>
          </a:xfrm>
          <a:prstGeom prst="line">
            <a:avLst/>
          </a:prstGeom>
          <a:noFill/>
          <a:ln w="12700">
            <a:solidFill>
              <a:srgbClr val="3A3A42"/>
            </a:solidFill>
            <a:prstDash val="solid"/>
          </a:ln>
        </p:spPr>
      </p:sp>
    </p:spTree>
  </p:cSld>
  <p:clrMapOvr>
    <a:masterClrMapping/>
  </p:clrMapOvr>
  <p:transition xmlns:p14="http://schemas.microsoft.com/office/powerpoint/2010/main" spd="slow" p14:dur="1100">
    <p:fade thruBlk="1"/>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count"/>
          <p:cNvSpPr txBox="1"/>
          <p:nvPr/>
        </p:nvSpPr>
        <p:spPr>
          <a:xfrm>
            <a:off x="10795000" y="215900"/>
            <a:ext cx="635000" cy="254000"/>
          </a:xfrm>
          <a:prstGeom prst="rect">
            <a:avLst/>
          </a:prstGeom>
          <a:noFill/>
          <a:ln/>
        </p:spPr>
        <p:txBody>
          <a:bodyPr wrap="square" lIns="0" tIns="0" rIns="0" bIns="0" rtlCol="0" anchor="ctr"/>
          <a:lstStyle/>
          <a:p>
            <a:pPr algn="r" indent="0" marL="0">
              <a:buNone/>
            </a:pPr>
            <a:r>
              <a:rPr lang="en-US" sz="1000" dirty="0">
                <a:solidFill>
                  <a:srgbClr val="121214"/>
                </a:solidFill>
                <a:latin typeface="Consolas" pitchFamily="34" charset="0"/>
                <a:ea typeface="Consolas" pitchFamily="34" charset="-122"/>
                <a:cs typeface="Consolas" pitchFamily="34" charset="-120"/>
              </a:rPr>
              <a:t>09</a:t>
            </a:r>
            <a:pPr algn="r" indent="0" marL="0">
              <a:buNone/>
            </a:pPr>
            <a:r>
              <a:rPr lang="en-US" sz="1000" dirty="0">
                <a:solidFill>
                  <a:srgbClr val="9A9AA1"/>
                </a:solidFill>
                <a:latin typeface="Consolas" pitchFamily="34" charset="0"/>
                <a:ea typeface="Consolas" pitchFamily="34" charset="-122"/>
                <a:cs typeface="Consolas" pitchFamily="34" charset="-120"/>
              </a:rPr>
              <a:t> / 15</a:t>
            </a:r>
            <a:endParaRPr lang="en-US" sz="1000" dirty="0"/>
          </a:p>
        </p:txBody>
      </p:sp>
      <p:sp>
        <p:nvSpPr>
          <p:cNvPr id="3" name="!!dot"/>
          <p:cNvSpPr/>
          <p:nvPr/>
        </p:nvSpPr>
        <p:spPr>
          <a:xfrm>
            <a:off x="6837136" y="6546850"/>
            <a:ext cx="114300" cy="114300"/>
          </a:xfrm>
          <a:prstGeom prst="ellipse">
            <a:avLst/>
          </a:prstGeom>
          <a:solidFill>
            <a:srgbClr val="D9A91A"/>
          </a:solidFill>
          <a:ln w="38100">
            <a:solidFill>
              <a:srgbClr val="FFD75A"/>
            </a:solidFill>
            <a:prstDash val="solid"/>
          </a:ln>
        </p:spPr>
      </p:sp>
      <p:sp>
        <p:nvSpPr>
          <p:cNvPr id="4" name="!!tagpill"/>
          <p:cNvSpPr/>
          <p:nvPr/>
        </p:nvSpPr>
        <p:spPr>
          <a:xfrm>
            <a:off x="8001000" y="203200"/>
            <a:ext cx="2667000" cy="279400"/>
          </a:xfrm>
          <a:prstGeom prst="roundRect">
            <a:avLst>
              <a:gd name="adj" fmla="val 50000"/>
            </a:avLst>
          </a:prstGeom>
          <a:solidFill>
            <a:srgbClr val="F4F4F1"/>
          </a:solidFill>
          <a:ln w="12700">
            <a:solidFill>
              <a:srgbClr val="C9C9C4"/>
            </a:solidFill>
            <a:prstDash val="solid"/>
          </a:ln>
        </p:spPr>
      </p:sp>
      <p:sp>
        <p:nvSpPr>
          <p:cNvPr id="5" name="!!tagdot"/>
          <p:cNvSpPr/>
          <p:nvPr/>
        </p:nvSpPr>
        <p:spPr>
          <a:xfrm>
            <a:off x="8115300" y="311150"/>
            <a:ext cx="63500" cy="63500"/>
          </a:xfrm>
          <a:prstGeom prst="ellipse">
            <a:avLst/>
          </a:prstGeom>
          <a:solidFill>
            <a:srgbClr val="FFD75A"/>
          </a:solidFill>
          <a:ln w="12700">
            <a:solidFill>
              <a:srgbClr val="FFD75A"/>
            </a:solidFill>
            <a:prstDash val="solid"/>
          </a:ln>
        </p:spPr>
      </p:sp>
      <p:sp>
        <p:nvSpPr>
          <p:cNvPr id="6" name="!!tagtext"/>
          <p:cNvSpPr txBox="1"/>
          <p:nvPr/>
        </p:nvSpPr>
        <p:spPr>
          <a:xfrm>
            <a:off x="8229600" y="203200"/>
            <a:ext cx="2413000" cy="279400"/>
          </a:xfrm>
          <a:prstGeom prst="rect">
            <a:avLst/>
          </a:prstGeom>
          <a:noFill/>
          <a:ln/>
        </p:spPr>
        <p:txBody>
          <a:bodyPr wrap="none" lIns="0" tIns="0" rIns="0" bIns="0" rtlCol="0" anchor="ctr"/>
          <a:lstStyle/>
          <a:p>
            <a:pPr indent="0" marL="0">
              <a:buNone/>
            </a:pPr>
            <a:r>
              <a:rPr lang="en-US" sz="900" b="1" dirty="0">
                <a:solidFill>
                  <a:srgbClr val="121214"/>
                </a:solidFill>
                <a:latin typeface="Consolas" pitchFamily="34" charset="0"/>
                <a:ea typeface="Consolas" pitchFamily="34" charset="-122"/>
                <a:cs typeface="Consolas" pitchFamily="34" charset="-120"/>
              </a:rPr>
              <a:t>Unique feature</a:t>
            </a:r>
            <a:pPr indent="0" marL="0">
              <a:buNone/>
            </a:pPr>
            <a:r>
              <a:rPr lang="en-US" sz="900" dirty="0">
                <a:solidFill>
                  <a:srgbClr val="3C3C42"/>
                </a:solidFill>
                <a:latin typeface="Consolas" pitchFamily="34" charset="0"/>
                <a:ea typeface="Consolas" pitchFamily="34" charset="-122"/>
                <a:cs typeface="Consolas" pitchFamily="34" charset="-120"/>
              </a:rPr>
              <a:t>  ·  01 · A real lot</a:t>
            </a:r>
            <a:endParaRPr lang="en-US" sz="900" dirty="0"/>
          </a:p>
        </p:txBody>
      </p:sp>
      <p:sp>
        <p:nvSpPr>
          <p:cNvPr id="7" name="Text 18"/>
          <p:cNvSpPr/>
          <p:nvPr>
            <p:ph idx="119" type="body" hasCustomPrompt="1"/>
          </p:nvPr>
        </p:nvSpPr>
        <p:spPr>
          <a:xfrm>
            <a:off x="762000" y="952500"/>
            <a:ext cx="7620000" cy="254000"/>
          </a:xfrm>
          <a:prstGeom prst="rect">
            <a:avLst/>
          </a:prstGeom>
          <a:noFill/>
          <a:ln/>
        </p:spPr>
        <p:txBody>
          <a:bodyPr wrap="square" lIns="0" tIns="0" rIns="0" bIns="0" rtlCol="0" anchor="ctr"/>
          <a:lstStyle/>
          <a:p>
            <a:pPr algn="l" indent="0" marL="0">
              <a:buNone/>
            </a:pPr>
            <a:r>
              <a:rPr lang="en-US" sz="1100" b="1" dirty="0">
                <a:solidFill>
                  <a:srgbClr val="8A6400"/>
                </a:solidFill>
                <a:latin typeface="Consolas" pitchFamily="34" charset="0"/>
                <a:ea typeface="Consolas" pitchFamily="34" charset="-122"/>
                <a:cs typeface="Consolas" pitchFamily="34" charset="-120"/>
              </a:rPr>
              <a:t>01</a:t>
            </a:r>
            <a:pPr algn="l" indent="0" marL="0">
              <a:buNone/>
            </a:pPr>
            <a:r>
              <a:rPr lang="en-US" sz="1100" dirty="0">
                <a:solidFill>
                  <a:srgbClr val="62626A"/>
                </a:solidFill>
                <a:latin typeface="Consolas" pitchFamily="34" charset="0"/>
                <a:ea typeface="Consolas" pitchFamily="34" charset="-122"/>
                <a:cs typeface="Consolas" pitchFamily="34" charset="-120"/>
              </a:rPr>
              <a:t>  ——  A real lot, bay by bay</a:t>
            </a:r>
            <a:endParaRPr lang="en-US" sz="1100" dirty="0"/>
          </a:p>
        </p:txBody>
      </p:sp>
      <p:sp>
        <p:nvSpPr>
          <p:cNvPr id="8" name="Text 18"/>
          <p:cNvSpPr/>
          <p:nvPr>
            <p:ph idx="120" type="title" hasCustomPrompt="1"/>
          </p:nvPr>
        </p:nvSpPr>
        <p:spPr>
          <a:xfrm>
            <a:off x="762000" y="1295400"/>
            <a:ext cx="5842000" cy="1460500"/>
          </a:xfrm>
          <a:prstGeom prst="rect">
            <a:avLst/>
          </a:prstGeom>
          <a:noFill/>
          <a:ln/>
        </p:spPr>
        <p:txBody>
          <a:bodyPr wrap="square" lIns="0" tIns="0" rIns="0" bIns="0" rtlCol="0" anchor="t"/>
          <a:lstStyle/>
          <a:p>
            <a:pPr algn="l" indent="0" marL="0">
              <a:lnSpc>
                <a:spcPct val="92000"/>
              </a:lnSpc>
              <a:buNone/>
            </a:pPr>
            <a:r>
              <a:rPr lang="en-US" sz="4400" spc="-160" kern="0" dirty="0">
                <a:solidFill>
                  <a:srgbClr val="121214"/>
                </a:solidFill>
                <a:latin typeface="Segoe UI Semibold" pitchFamily="34" charset="0"/>
                <a:ea typeface="Segoe UI Semibold" pitchFamily="34" charset="-122"/>
                <a:cs typeface="Segoe UI Semibold" pitchFamily="34" charset="-120"/>
              </a:rPr>
              <a:t>Not a pin on a map. Every bay.</a:t>
            </a:r>
            <a:endParaRPr lang="en-US" sz="4400" dirty="0"/>
          </a:p>
        </p:txBody>
      </p:sp>
      <p:sp>
        <p:nvSpPr>
          <p:cNvPr id="9" name="Text 7"/>
          <p:cNvSpPr txBox="1"/>
          <p:nvPr/>
        </p:nvSpPr>
        <p:spPr>
          <a:xfrm>
            <a:off x="762000" y="2984500"/>
            <a:ext cx="5461000" cy="1397000"/>
          </a:xfrm>
          <a:prstGeom prst="rect">
            <a:avLst/>
          </a:prstGeom>
          <a:noFill/>
          <a:ln/>
        </p:spPr>
        <p:txBody>
          <a:bodyPr wrap="square" lIns="0" tIns="0" rIns="0" bIns="0" rtlCol="0" anchor="t"/>
          <a:lstStyle/>
          <a:p>
            <a:pPr algn="l" indent="0" marL="0">
              <a:lnSpc>
                <a:spcPct val="112000"/>
              </a:lnSpc>
              <a:buNone/>
            </a:pPr>
            <a:r>
              <a:rPr lang="en-US" sz="1600" dirty="0">
                <a:solidFill>
                  <a:srgbClr val="62626A"/>
                </a:solidFill>
                <a:latin typeface="Segoe UI" pitchFamily="34" charset="0"/>
                <a:ea typeface="Segoe UI" pitchFamily="34" charset="-122"/>
                <a:cs typeface="Segoe UI" pitchFamily="34" charset="-120"/>
              </a:rPr>
              <a:t>We traced the KIET main lot from a satellite photo at true scale: 50 m on the photo is 385 pixels, so every bay is drawn where it really is. Each of the 96 bays has its own name (A-01 to E-23), a row and a type: standard, compact, EV or step‑free.</a:t>
            </a:r>
            <a:endParaRPr lang="en-US" sz="1600" dirty="0"/>
          </a:p>
        </p:txBody>
      </p:sp>
      <p:sp>
        <p:nvSpPr>
          <p:cNvPr id="10" name="Shape 8"/>
          <p:cNvSpPr/>
          <p:nvPr/>
        </p:nvSpPr>
        <p:spPr>
          <a:xfrm>
            <a:off x="762000" y="4699000"/>
            <a:ext cx="1714500" cy="0"/>
          </a:xfrm>
          <a:prstGeom prst="line">
            <a:avLst/>
          </a:prstGeom>
          <a:noFill/>
          <a:ln w="12700">
            <a:solidFill>
              <a:srgbClr val="C9C9C4"/>
            </a:solidFill>
            <a:prstDash val="solid"/>
          </a:ln>
        </p:spPr>
      </p:sp>
      <p:sp>
        <p:nvSpPr>
          <p:cNvPr id="11" name="Text 9"/>
          <p:cNvSpPr txBox="1"/>
          <p:nvPr/>
        </p:nvSpPr>
        <p:spPr>
          <a:xfrm>
            <a:off x="762000" y="4826000"/>
            <a:ext cx="1841500" cy="571500"/>
          </a:xfrm>
          <a:prstGeom prst="rect">
            <a:avLst/>
          </a:prstGeom>
          <a:noFill/>
          <a:ln/>
        </p:spPr>
        <p:txBody>
          <a:bodyPr wrap="square" lIns="0" tIns="0" rIns="0" bIns="0" rtlCol="0" anchor="b"/>
          <a:lstStyle/>
          <a:p>
            <a:pPr algn="l" indent="0" marL="0">
              <a:lnSpc>
                <a:spcPct val="85000"/>
              </a:lnSpc>
              <a:buNone/>
            </a:pPr>
            <a:r>
              <a:rPr lang="en-US" sz="5400" spc="-250" kern="0" dirty="0">
                <a:solidFill>
                  <a:srgbClr val="8A6400"/>
                </a:solidFill>
                <a:latin typeface="Segoe UI Semibold" pitchFamily="34" charset="0"/>
                <a:ea typeface="Segoe UI Semibold" pitchFamily="34" charset="-122"/>
                <a:cs typeface="Segoe UI Semibold" pitchFamily="34" charset="-120"/>
              </a:rPr>
              <a:t>96</a:t>
            </a:r>
            <a:endParaRPr lang="en-US" sz="5400" dirty="0"/>
          </a:p>
        </p:txBody>
      </p:sp>
      <p:sp>
        <p:nvSpPr>
          <p:cNvPr id="12" name="Text 10"/>
          <p:cNvSpPr txBox="1"/>
          <p:nvPr/>
        </p:nvSpPr>
        <p:spPr>
          <a:xfrm>
            <a:off x="762000" y="5473700"/>
            <a:ext cx="1714500" cy="317500"/>
          </a:xfrm>
          <a:prstGeom prst="rect">
            <a:avLst/>
          </a:prstGeom>
          <a:noFill/>
          <a:ln/>
        </p:spPr>
        <p:txBody>
          <a:bodyPr wrap="square" lIns="0" tIns="0" rIns="0" bIns="0" rtlCol="0" anchor="t"/>
          <a:lstStyle/>
          <a:p>
            <a:pPr algn="l" indent="0" marL="0">
              <a:lnSpc>
                <a:spcPct val="112000"/>
              </a:lnSpc>
              <a:buNone/>
            </a:pPr>
            <a:r>
              <a:rPr lang="en-US" sz="1300" dirty="0">
                <a:solidFill>
                  <a:srgbClr val="62626A"/>
                </a:solidFill>
                <a:latin typeface="Segoe UI" pitchFamily="34" charset="0"/>
                <a:ea typeface="Segoe UI" pitchFamily="34" charset="-122"/>
                <a:cs typeface="Segoe UI" pitchFamily="34" charset="-120"/>
              </a:rPr>
              <a:t>bays, each with a name</a:t>
            </a:r>
            <a:endParaRPr lang="en-US" sz="1300" dirty="0"/>
          </a:p>
        </p:txBody>
      </p:sp>
      <p:sp>
        <p:nvSpPr>
          <p:cNvPr id="13" name="Shape 11"/>
          <p:cNvSpPr/>
          <p:nvPr/>
        </p:nvSpPr>
        <p:spPr>
          <a:xfrm>
            <a:off x="2667000" y="4699000"/>
            <a:ext cx="1714500" cy="0"/>
          </a:xfrm>
          <a:prstGeom prst="line">
            <a:avLst/>
          </a:prstGeom>
          <a:noFill/>
          <a:ln w="12700">
            <a:solidFill>
              <a:srgbClr val="C9C9C4"/>
            </a:solidFill>
            <a:prstDash val="solid"/>
          </a:ln>
        </p:spPr>
      </p:sp>
      <p:sp>
        <p:nvSpPr>
          <p:cNvPr id="14" name="Text 12"/>
          <p:cNvSpPr txBox="1"/>
          <p:nvPr/>
        </p:nvSpPr>
        <p:spPr>
          <a:xfrm>
            <a:off x="2667000" y="4826000"/>
            <a:ext cx="1841500" cy="571500"/>
          </a:xfrm>
          <a:prstGeom prst="rect">
            <a:avLst/>
          </a:prstGeom>
          <a:noFill/>
          <a:ln/>
        </p:spPr>
        <p:txBody>
          <a:bodyPr wrap="square" lIns="0" tIns="0" rIns="0" bIns="0" rtlCol="0" anchor="b"/>
          <a:lstStyle/>
          <a:p>
            <a:pPr algn="l" indent="0" marL="0">
              <a:lnSpc>
                <a:spcPct val="85000"/>
              </a:lnSpc>
              <a:buNone/>
            </a:pPr>
            <a:r>
              <a:rPr lang="en-US" sz="5400" spc="-250" kern="0" dirty="0">
                <a:solidFill>
                  <a:srgbClr val="121214"/>
                </a:solidFill>
                <a:latin typeface="Segoe UI Semibold" pitchFamily="34" charset="0"/>
                <a:ea typeface="Segoe UI Semibold" pitchFamily="34" charset="-122"/>
                <a:cs typeface="Segoe UI Semibold" pitchFamily="34" charset="-120"/>
              </a:rPr>
              <a:t>5</a:t>
            </a:r>
            <a:endParaRPr lang="en-US" sz="5400" dirty="0"/>
          </a:p>
        </p:txBody>
      </p:sp>
      <p:sp>
        <p:nvSpPr>
          <p:cNvPr id="15" name="Text 13"/>
          <p:cNvSpPr txBox="1"/>
          <p:nvPr/>
        </p:nvSpPr>
        <p:spPr>
          <a:xfrm>
            <a:off x="2667000" y="5473700"/>
            <a:ext cx="1714500" cy="317500"/>
          </a:xfrm>
          <a:prstGeom prst="rect">
            <a:avLst/>
          </a:prstGeom>
          <a:noFill/>
          <a:ln/>
        </p:spPr>
        <p:txBody>
          <a:bodyPr wrap="square" lIns="0" tIns="0" rIns="0" bIns="0" rtlCol="0" anchor="t"/>
          <a:lstStyle/>
          <a:p>
            <a:pPr algn="l" indent="0" marL="0">
              <a:lnSpc>
                <a:spcPct val="112000"/>
              </a:lnSpc>
              <a:buNone/>
            </a:pPr>
            <a:r>
              <a:rPr lang="en-US" sz="1300" dirty="0">
                <a:solidFill>
                  <a:srgbClr val="62626A"/>
                </a:solidFill>
                <a:latin typeface="Segoe UI" pitchFamily="34" charset="0"/>
                <a:ea typeface="Segoe UI" pitchFamily="34" charset="-122"/>
                <a:cs typeface="Segoe UI" pitchFamily="34" charset="-120"/>
              </a:rPr>
              <a:t>rows, A to E</a:t>
            </a:r>
            <a:endParaRPr lang="en-US" sz="1300" dirty="0"/>
          </a:p>
        </p:txBody>
      </p:sp>
      <p:sp>
        <p:nvSpPr>
          <p:cNvPr id="16" name="Shape 14"/>
          <p:cNvSpPr/>
          <p:nvPr/>
        </p:nvSpPr>
        <p:spPr>
          <a:xfrm>
            <a:off x="4572000" y="4699000"/>
            <a:ext cx="1714500" cy="0"/>
          </a:xfrm>
          <a:prstGeom prst="line">
            <a:avLst/>
          </a:prstGeom>
          <a:noFill/>
          <a:ln w="12700">
            <a:solidFill>
              <a:srgbClr val="C9C9C4"/>
            </a:solidFill>
            <a:prstDash val="solid"/>
          </a:ln>
        </p:spPr>
      </p:sp>
      <p:sp>
        <p:nvSpPr>
          <p:cNvPr id="17" name="Text 15"/>
          <p:cNvSpPr txBox="1"/>
          <p:nvPr/>
        </p:nvSpPr>
        <p:spPr>
          <a:xfrm>
            <a:off x="4572000" y="4826000"/>
            <a:ext cx="1841500" cy="571500"/>
          </a:xfrm>
          <a:prstGeom prst="rect">
            <a:avLst/>
          </a:prstGeom>
          <a:noFill/>
          <a:ln/>
        </p:spPr>
        <p:txBody>
          <a:bodyPr wrap="square" lIns="0" tIns="0" rIns="0" bIns="0" rtlCol="0" anchor="b"/>
          <a:lstStyle/>
          <a:p>
            <a:pPr algn="l" indent="0" marL="0">
              <a:lnSpc>
                <a:spcPct val="85000"/>
              </a:lnSpc>
              <a:buNone/>
            </a:pPr>
            <a:r>
              <a:rPr lang="en-US" sz="3800" spc="-250" kern="0" dirty="0">
                <a:solidFill>
                  <a:srgbClr val="121214"/>
                </a:solidFill>
                <a:latin typeface="Segoe UI Semibold" pitchFamily="34" charset="0"/>
                <a:ea typeface="Segoe UI Semibold" pitchFamily="34" charset="-122"/>
                <a:cs typeface="Segoe UI Semibold" pitchFamily="34" charset="-120"/>
              </a:rPr>
              <a:t>2.5 × 5 m</a:t>
            </a:r>
            <a:endParaRPr lang="en-US" sz="3800" dirty="0"/>
          </a:p>
        </p:txBody>
      </p:sp>
      <p:sp>
        <p:nvSpPr>
          <p:cNvPr id="18" name="Text 16"/>
          <p:cNvSpPr txBox="1"/>
          <p:nvPr/>
        </p:nvSpPr>
        <p:spPr>
          <a:xfrm>
            <a:off x="4572000" y="5473700"/>
            <a:ext cx="1714500" cy="317500"/>
          </a:xfrm>
          <a:prstGeom prst="rect">
            <a:avLst/>
          </a:prstGeom>
          <a:noFill/>
          <a:ln/>
        </p:spPr>
        <p:txBody>
          <a:bodyPr wrap="square" lIns="0" tIns="0" rIns="0" bIns="0" rtlCol="0" anchor="t"/>
          <a:lstStyle/>
          <a:p>
            <a:pPr algn="l" indent="0" marL="0">
              <a:lnSpc>
                <a:spcPct val="112000"/>
              </a:lnSpc>
              <a:buNone/>
            </a:pPr>
            <a:r>
              <a:rPr lang="en-US" sz="1300" dirty="0">
                <a:solidFill>
                  <a:srgbClr val="62626A"/>
                </a:solidFill>
                <a:latin typeface="Segoe UI" pitchFamily="34" charset="0"/>
                <a:ea typeface="Segoe UI" pitchFamily="34" charset="-122"/>
                <a:cs typeface="Segoe UI" pitchFamily="34" charset="-120"/>
              </a:rPr>
              <a:t>per bay, drawn to scale</a:t>
            </a:r>
            <a:endParaRPr lang="en-US" sz="1300" dirty="0"/>
          </a:p>
        </p:txBody>
      </p:sp>
      <p:pic>
        <p:nvPicPr>
          <p:cNvPr id="19" name="Image 0" descr="C:\Users\vansh\Downloads\Vishu 2\presentation-build\pieces\lotplan.png">    </p:cNvPr>
          <p:cNvPicPr>
            <a:picLocks noChangeAspect="1"/>
          </p:cNvPicPr>
          <p:nvPr/>
        </p:nvPicPr>
        <p:blipFill>
          <a:blip r:embed="rId1"/>
          <a:stretch>
            <a:fillRect/>
          </a:stretch>
        </p:blipFill>
        <p:spPr>
          <a:xfrm>
            <a:off x="7747000" y="1016000"/>
            <a:ext cx="3683000" cy="5041900"/>
          </a:xfrm>
          <a:prstGeom prst="rect">
            <a:avLst/>
          </a:prstGeom>
        </p:spPr>
      </p:pic>
      <p:sp>
        <p:nvSpPr>
          <p:cNvPr id="20" name="Text 17"/>
          <p:cNvSpPr txBox="1"/>
          <p:nvPr/>
        </p:nvSpPr>
        <p:spPr>
          <a:xfrm>
            <a:off x="762000" y="6032500"/>
            <a:ext cx="3810000" cy="317500"/>
          </a:xfrm>
          <a:prstGeom prst="rect">
            <a:avLst/>
          </a:prstGeom>
          <a:noFill/>
          <a:ln/>
        </p:spPr>
        <p:txBody>
          <a:bodyPr wrap="square" lIns="0" tIns="0" rIns="0" bIns="0" rtlCol="0" anchor="t"/>
          <a:lstStyle/>
          <a:p>
            <a:pPr algn="l" indent="0" marL="0">
              <a:lnSpc>
                <a:spcPct val="112000"/>
              </a:lnSpc>
              <a:buNone/>
            </a:pPr>
            <a:r>
              <a:rPr lang="en-US" sz="1600" dirty="0">
                <a:solidFill>
                  <a:srgbClr val="8A6400"/>
                </a:solidFill>
                <a:latin typeface="Segoe Print" pitchFamily="34" charset="0"/>
                <a:ea typeface="Segoe Print" pitchFamily="34" charset="-122"/>
                <a:cs typeface="Segoe Print" pitchFamily="34" charset="-120"/>
              </a:rPr>
              <a:t>traced, not guessed.</a:t>
            </a:r>
            <a:endParaRPr lang="en-US" sz="1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count"/>
          <p:cNvSpPr txBox="1"/>
          <p:nvPr/>
        </p:nvSpPr>
        <p:spPr>
          <a:xfrm>
            <a:off x="10795000" y="215900"/>
            <a:ext cx="635000" cy="254000"/>
          </a:xfrm>
          <a:prstGeom prst="rect">
            <a:avLst/>
          </a:prstGeom>
          <a:noFill/>
          <a:ln/>
        </p:spPr>
        <p:txBody>
          <a:bodyPr wrap="square" lIns="0" tIns="0" rIns="0" bIns="0" rtlCol="0" anchor="ctr"/>
          <a:lstStyle/>
          <a:p>
            <a:pPr algn="r" indent="0" marL="0">
              <a:buNone/>
            </a:pPr>
            <a:r>
              <a:rPr lang="en-US" sz="1000" dirty="0">
                <a:solidFill>
                  <a:srgbClr val="121214"/>
                </a:solidFill>
                <a:latin typeface="Consolas" pitchFamily="34" charset="0"/>
                <a:ea typeface="Consolas" pitchFamily="34" charset="-122"/>
                <a:cs typeface="Consolas" pitchFamily="34" charset="-120"/>
              </a:rPr>
              <a:t>10</a:t>
            </a:r>
            <a:pPr algn="r" indent="0" marL="0">
              <a:buNone/>
            </a:pPr>
            <a:r>
              <a:rPr lang="en-US" sz="1000" dirty="0">
                <a:solidFill>
                  <a:srgbClr val="9A9AA1"/>
                </a:solidFill>
                <a:latin typeface="Consolas" pitchFamily="34" charset="0"/>
                <a:ea typeface="Consolas" pitchFamily="34" charset="-122"/>
                <a:cs typeface="Consolas" pitchFamily="34" charset="-120"/>
              </a:rPr>
              <a:t> / 15</a:t>
            </a:r>
            <a:endParaRPr lang="en-US" sz="1000" dirty="0"/>
          </a:p>
        </p:txBody>
      </p:sp>
      <p:sp>
        <p:nvSpPr>
          <p:cNvPr id="3" name="!!dot"/>
          <p:cNvSpPr/>
          <p:nvPr/>
        </p:nvSpPr>
        <p:spPr>
          <a:xfrm>
            <a:off x="7635421" y="6546850"/>
            <a:ext cx="114300" cy="114300"/>
          </a:xfrm>
          <a:prstGeom prst="ellipse">
            <a:avLst/>
          </a:prstGeom>
          <a:solidFill>
            <a:srgbClr val="D9A91A"/>
          </a:solidFill>
          <a:ln w="38100">
            <a:solidFill>
              <a:srgbClr val="FFD75A"/>
            </a:solidFill>
            <a:prstDash val="solid"/>
          </a:ln>
        </p:spPr>
      </p:sp>
      <p:sp>
        <p:nvSpPr>
          <p:cNvPr id="4" name="!!tagpill"/>
          <p:cNvSpPr/>
          <p:nvPr/>
        </p:nvSpPr>
        <p:spPr>
          <a:xfrm>
            <a:off x="7727950" y="203200"/>
            <a:ext cx="2940050" cy="279400"/>
          </a:xfrm>
          <a:prstGeom prst="roundRect">
            <a:avLst>
              <a:gd name="adj" fmla="val 50000"/>
            </a:avLst>
          </a:prstGeom>
          <a:solidFill>
            <a:srgbClr val="F4F4F1"/>
          </a:solidFill>
          <a:ln w="12700">
            <a:solidFill>
              <a:srgbClr val="C9C9C4"/>
            </a:solidFill>
            <a:prstDash val="solid"/>
          </a:ln>
        </p:spPr>
      </p:sp>
      <p:sp>
        <p:nvSpPr>
          <p:cNvPr id="5" name="!!tagdot"/>
          <p:cNvSpPr/>
          <p:nvPr/>
        </p:nvSpPr>
        <p:spPr>
          <a:xfrm>
            <a:off x="7842250" y="311150"/>
            <a:ext cx="63500" cy="63500"/>
          </a:xfrm>
          <a:prstGeom prst="ellipse">
            <a:avLst/>
          </a:prstGeom>
          <a:solidFill>
            <a:srgbClr val="FFD75A"/>
          </a:solidFill>
          <a:ln w="12700">
            <a:solidFill>
              <a:srgbClr val="FFD75A"/>
            </a:solidFill>
            <a:prstDash val="solid"/>
          </a:ln>
        </p:spPr>
      </p:sp>
      <p:sp>
        <p:nvSpPr>
          <p:cNvPr id="6" name="!!tagtext"/>
          <p:cNvSpPr txBox="1"/>
          <p:nvPr/>
        </p:nvSpPr>
        <p:spPr>
          <a:xfrm>
            <a:off x="7956550" y="203200"/>
            <a:ext cx="2686050" cy="279400"/>
          </a:xfrm>
          <a:prstGeom prst="rect">
            <a:avLst/>
          </a:prstGeom>
          <a:noFill/>
          <a:ln/>
        </p:spPr>
        <p:txBody>
          <a:bodyPr wrap="none" lIns="0" tIns="0" rIns="0" bIns="0" rtlCol="0" anchor="ctr"/>
          <a:lstStyle/>
          <a:p>
            <a:pPr indent="0" marL="0">
              <a:buNone/>
            </a:pPr>
            <a:r>
              <a:rPr lang="en-US" sz="900" b="1" dirty="0">
                <a:solidFill>
                  <a:srgbClr val="121214"/>
                </a:solidFill>
                <a:latin typeface="Consolas" pitchFamily="34" charset="0"/>
                <a:ea typeface="Consolas" pitchFamily="34" charset="-122"/>
                <a:cs typeface="Consolas" pitchFamily="34" charset="-120"/>
              </a:rPr>
              <a:t>Unique feature</a:t>
            </a:r>
            <a:pPr indent="0" marL="0">
              <a:buNone/>
            </a:pPr>
            <a:r>
              <a:rPr lang="en-US" sz="900" dirty="0">
                <a:solidFill>
                  <a:srgbClr val="3C3C42"/>
                </a:solidFill>
                <a:latin typeface="Consolas" pitchFamily="34" charset="0"/>
                <a:ea typeface="Consolas" pitchFamily="34" charset="-122"/>
                <a:cs typeface="Consolas" pitchFamily="34" charset="-120"/>
              </a:rPr>
              <a:t>  ·  02 · The X-ray lens</a:t>
            </a:r>
            <a:endParaRPr lang="en-US" sz="900" dirty="0"/>
          </a:p>
        </p:txBody>
      </p:sp>
      <p:sp>
        <p:nvSpPr>
          <p:cNvPr id="7" name="Text 18"/>
          <p:cNvSpPr/>
          <p:nvPr>
            <p:ph idx="119" type="body" hasCustomPrompt="1"/>
          </p:nvPr>
        </p:nvSpPr>
        <p:spPr>
          <a:xfrm>
            <a:off x="762000" y="952500"/>
            <a:ext cx="7620000" cy="254000"/>
          </a:xfrm>
          <a:prstGeom prst="rect">
            <a:avLst/>
          </a:prstGeom>
          <a:noFill/>
          <a:ln/>
        </p:spPr>
        <p:txBody>
          <a:bodyPr wrap="square" lIns="0" tIns="0" rIns="0" bIns="0" rtlCol="0" anchor="ctr"/>
          <a:lstStyle/>
          <a:p>
            <a:pPr algn="l" indent="0" marL="0">
              <a:buNone/>
            </a:pPr>
            <a:r>
              <a:rPr lang="en-US" sz="1100" b="1" dirty="0">
                <a:solidFill>
                  <a:srgbClr val="8A6400"/>
                </a:solidFill>
                <a:latin typeface="Consolas" pitchFamily="34" charset="0"/>
                <a:ea typeface="Consolas" pitchFamily="34" charset="-122"/>
                <a:cs typeface="Consolas" pitchFamily="34" charset="-120"/>
              </a:rPr>
              <a:t>02</a:t>
            </a:r>
            <a:pPr algn="l" indent="0" marL="0">
              <a:buNone/>
            </a:pPr>
            <a:r>
              <a:rPr lang="en-US" sz="1100" dirty="0">
                <a:solidFill>
                  <a:srgbClr val="62626A"/>
                </a:solidFill>
                <a:latin typeface="Consolas" pitchFamily="34" charset="0"/>
                <a:ea typeface="Consolas" pitchFamily="34" charset="-122"/>
                <a:cs typeface="Consolas" pitchFamily="34" charset="-120"/>
              </a:rPr>
              <a:t>  ——  The X-ray lens</a:t>
            </a:r>
            <a:endParaRPr lang="en-US" sz="1100" dirty="0"/>
          </a:p>
        </p:txBody>
      </p:sp>
      <p:sp>
        <p:nvSpPr>
          <p:cNvPr id="8" name="Text 18"/>
          <p:cNvSpPr/>
          <p:nvPr>
            <p:ph idx="120" type="title" hasCustomPrompt="1"/>
          </p:nvPr>
        </p:nvSpPr>
        <p:spPr>
          <a:xfrm>
            <a:off x="762000" y="1295400"/>
            <a:ext cx="10668000" cy="1460500"/>
          </a:xfrm>
          <a:prstGeom prst="rect">
            <a:avLst/>
          </a:prstGeom>
          <a:noFill/>
          <a:ln/>
        </p:spPr>
        <p:txBody>
          <a:bodyPr wrap="square" lIns="0" tIns="0" rIns="0" bIns="0" rtlCol="0" anchor="t"/>
          <a:lstStyle/>
          <a:p>
            <a:pPr algn="l" indent="0" marL="0">
              <a:lnSpc>
                <a:spcPct val="92000"/>
              </a:lnSpc>
              <a:buNone/>
            </a:pPr>
            <a:r>
              <a:rPr lang="en-US" sz="4400" spc="-160" kern="0" dirty="0">
                <a:solidFill>
                  <a:srgbClr val="121214"/>
                </a:solidFill>
                <a:latin typeface="Segoe UI Semibold" pitchFamily="34" charset="0"/>
                <a:ea typeface="Segoe UI Semibold" pitchFamily="34" charset="-122"/>
                <a:cs typeface="Segoe UI Semibold" pitchFamily="34" charset="-120"/>
              </a:rPr>
              <a:t>Pick up a magnifier.</a:t>
            </a:r>
            <a:endParaRPr lang="en-US" sz="4400" dirty="0"/>
          </a:p>
          <a:p>
            <a:pPr algn="l" indent="0" marL="0">
              <a:lnSpc>
                <a:spcPct val="92000"/>
              </a:lnSpc>
              <a:buNone/>
            </a:pPr>
            <a:r>
              <a:rPr lang="en-US" sz="4400" spc="-160" kern="0" dirty="0">
                <a:solidFill>
                  <a:srgbClr val="121214"/>
                </a:solidFill>
                <a:latin typeface="Segoe UI Semibold" pitchFamily="34" charset="0"/>
                <a:ea typeface="Segoe UI Semibold" pitchFamily="34" charset="-122"/>
                <a:cs typeface="Segoe UI Semibold" pitchFamily="34" charset="-120"/>
              </a:rPr>
              <a:t>See what every bay is doing.</a:t>
            </a:r>
            <a:endParaRPr lang="en-US" sz="4400" dirty="0"/>
          </a:p>
        </p:txBody>
      </p:sp>
      <p:sp>
        <p:nvSpPr>
          <p:cNvPr id="9" name="lens-card"/>
          <p:cNvSpPr/>
          <p:nvPr/>
        </p:nvSpPr>
        <p:spPr>
          <a:xfrm>
            <a:off x="762000" y="2667000"/>
            <a:ext cx="6350000" cy="3556000"/>
          </a:xfrm>
          <a:prstGeom prst="roundRect">
            <a:avLst>
              <a:gd name="adj" fmla="val 4286"/>
            </a:avLst>
          </a:prstGeom>
          <a:solidFill>
            <a:srgbClr val="F8F8F6"/>
          </a:solidFill>
          <a:ln w="12700">
            <a:solidFill>
              <a:srgbClr val="DCDBD6"/>
            </a:solidFill>
            <a:prstDash val="solid"/>
          </a:ln>
          <a:effectLst>
            <a:outerShdw sx="100000" sy="100000" kx="0" ky="0" algn="bl" rotWithShape="0" blurRad="177800" dist="76200" dir="5400000">
              <a:srgbClr val="000000">
                <a:alpha val="10000"/>
              </a:srgbClr>
            </a:outerShdw>
          </a:effectLst>
        </p:spPr>
      </p:sp>
      <p:sp>
        <p:nvSpPr>
          <p:cNvPr id="10" name="Text 8"/>
          <p:cNvSpPr txBox="1"/>
          <p:nvPr/>
        </p:nvSpPr>
        <p:spPr>
          <a:xfrm>
            <a:off x="1016000" y="2844800"/>
            <a:ext cx="2540000" cy="165100"/>
          </a:xfrm>
          <a:prstGeom prst="rect">
            <a:avLst/>
          </a:prstGeom>
          <a:noFill/>
          <a:ln/>
        </p:spPr>
        <p:txBody>
          <a:bodyPr wrap="square" lIns="0" tIns="0" rIns="0" bIns="0" rtlCol="0" anchor="t"/>
          <a:lstStyle/>
          <a:p>
            <a:pPr algn="l" indent="0" marL="0">
              <a:lnSpc>
                <a:spcPct val="112000"/>
              </a:lnSpc>
              <a:buNone/>
            </a:pPr>
            <a:r>
              <a:rPr lang="en-US" sz="1000" spc="150" kern="0" dirty="0">
                <a:solidFill>
                  <a:srgbClr val="9A9AA1"/>
                </a:solidFill>
                <a:latin typeface="Consolas" pitchFamily="34" charset="0"/>
                <a:ea typeface="Consolas" pitchFamily="34" charset="-122"/>
                <a:cs typeface="Consolas" pitchFamily="34" charset="-120"/>
              </a:rPr>
              <a:t>ROW A  ·  LIVE</a:t>
            </a:r>
            <a:endParaRPr lang="en-US" sz="1000" dirty="0"/>
          </a:p>
        </p:txBody>
      </p:sp>
      <p:sp>
        <p:nvSpPr>
          <p:cNvPr id="11" name="Shape 9"/>
          <p:cNvSpPr/>
          <p:nvPr/>
        </p:nvSpPr>
        <p:spPr>
          <a:xfrm>
            <a:off x="1079500" y="3175000"/>
            <a:ext cx="469900" cy="952500"/>
          </a:xfrm>
          <a:prstGeom prst="roundRect">
            <a:avLst>
              <a:gd name="adj" fmla="val 13514"/>
            </a:avLst>
          </a:prstGeom>
          <a:solidFill>
            <a:srgbClr val="E2E1DB"/>
          </a:solidFill>
          <a:ln w="12700">
            <a:solidFill>
              <a:srgbClr val="E2E1DB"/>
            </a:solidFill>
            <a:prstDash val="solid"/>
          </a:ln>
        </p:spPr>
      </p:sp>
      <p:sp>
        <p:nvSpPr>
          <p:cNvPr id="12" name="Shape 10"/>
          <p:cNvSpPr/>
          <p:nvPr/>
        </p:nvSpPr>
        <p:spPr>
          <a:xfrm>
            <a:off x="1196975" y="3298825"/>
            <a:ext cx="234950" cy="704850"/>
          </a:xfrm>
          <a:prstGeom prst="roundRect">
            <a:avLst>
              <a:gd name="adj" fmla="val 50000"/>
            </a:avLst>
          </a:prstGeom>
          <a:solidFill>
            <a:srgbClr val="2E2F33"/>
          </a:solidFill>
          <a:ln w="12700">
            <a:solidFill>
              <a:srgbClr val="2E2F33"/>
            </a:solidFill>
            <a:prstDash val="solid"/>
          </a:ln>
        </p:spPr>
      </p:sp>
      <p:sp>
        <p:nvSpPr>
          <p:cNvPr id="13" name="Shape 11"/>
          <p:cNvSpPr/>
          <p:nvPr/>
        </p:nvSpPr>
        <p:spPr>
          <a:xfrm>
            <a:off x="1663700" y="3175000"/>
            <a:ext cx="469900" cy="952500"/>
          </a:xfrm>
          <a:prstGeom prst="roundRect">
            <a:avLst>
              <a:gd name="adj" fmla="val 13514"/>
            </a:avLst>
          </a:prstGeom>
          <a:solidFill>
            <a:srgbClr val="FDFDFB"/>
          </a:solidFill>
          <a:ln w="19050">
            <a:solidFill>
              <a:srgbClr val="C9C9C4"/>
            </a:solidFill>
            <a:prstDash val="solid"/>
          </a:ln>
        </p:spPr>
      </p:sp>
      <p:sp>
        <p:nvSpPr>
          <p:cNvPr id="14" name="Shape 12"/>
          <p:cNvSpPr/>
          <p:nvPr/>
        </p:nvSpPr>
        <p:spPr>
          <a:xfrm>
            <a:off x="2247900" y="3175000"/>
            <a:ext cx="469900" cy="952500"/>
          </a:xfrm>
          <a:prstGeom prst="roundRect">
            <a:avLst>
              <a:gd name="adj" fmla="val 13514"/>
            </a:avLst>
          </a:prstGeom>
          <a:solidFill>
            <a:srgbClr val="E2E1DB"/>
          </a:solidFill>
          <a:ln w="12700">
            <a:solidFill>
              <a:srgbClr val="E2E1DB"/>
            </a:solidFill>
            <a:prstDash val="solid"/>
          </a:ln>
        </p:spPr>
      </p:sp>
      <p:sp>
        <p:nvSpPr>
          <p:cNvPr id="15" name="Shape 13"/>
          <p:cNvSpPr/>
          <p:nvPr/>
        </p:nvSpPr>
        <p:spPr>
          <a:xfrm>
            <a:off x="2365375" y="3298825"/>
            <a:ext cx="234950" cy="704850"/>
          </a:xfrm>
          <a:prstGeom prst="roundRect">
            <a:avLst>
              <a:gd name="adj" fmla="val 50000"/>
            </a:avLst>
          </a:prstGeom>
          <a:solidFill>
            <a:srgbClr val="2E2F33"/>
          </a:solidFill>
          <a:ln w="12700">
            <a:solidFill>
              <a:srgbClr val="2E2F33"/>
            </a:solidFill>
            <a:prstDash val="solid"/>
          </a:ln>
        </p:spPr>
      </p:sp>
      <p:sp>
        <p:nvSpPr>
          <p:cNvPr id="16" name="Shape 14"/>
          <p:cNvSpPr/>
          <p:nvPr/>
        </p:nvSpPr>
        <p:spPr>
          <a:xfrm>
            <a:off x="2832100" y="3175000"/>
            <a:ext cx="469900" cy="952500"/>
          </a:xfrm>
          <a:prstGeom prst="roundRect">
            <a:avLst>
              <a:gd name="adj" fmla="val 13514"/>
            </a:avLst>
          </a:prstGeom>
          <a:solidFill>
            <a:srgbClr val="FDFDFB"/>
          </a:solidFill>
          <a:ln w="19050">
            <a:solidFill>
              <a:srgbClr val="C9C9C4"/>
            </a:solidFill>
            <a:prstDash val="solid"/>
          </a:ln>
        </p:spPr>
      </p:sp>
      <p:sp>
        <p:nvSpPr>
          <p:cNvPr id="17" name="Shape 15"/>
          <p:cNvSpPr/>
          <p:nvPr/>
        </p:nvSpPr>
        <p:spPr>
          <a:xfrm>
            <a:off x="3416300" y="3175000"/>
            <a:ext cx="469900" cy="952500"/>
          </a:xfrm>
          <a:prstGeom prst="roundRect">
            <a:avLst>
              <a:gd name="adj" fmla="val 13514"/>
            </a:avLst>
          </a:prstGeom>
          <a:solidFill>
            <a:srgbClr val="FFD75A"/>
          </a:solidFill>
          <a:ln w="25400">
            <a:solidFill>
              <a:srgbClr val="121214"/>
            </a:solidFill>
            <a:prstDash val="solid"/>
          </a:ln>
        </p:spPr>
      </p:sp>
      <p:sp>
        <p:nvSpPr>
          <p:cNvPr id="18" name="Shape 16"/>
          <p:cNvSpPr/>
          <p:nvPr/>
        </p:nvSpPr>
        <p:spPr>
          <a:xfrm>
            <a:off x="4000500" y="3175000"/>
            <a:ext cx="469900" cy="952500"/>
          </a:xfrm>
          <a:prstGeom prst="roundRect">
            <a:avLst>
              <a:gd name="adj" fmla="val 13514"/>
            </a:avLst>
          </a:prstGeom>
          <a:solidFill>
            <a:srgbClr val="E2E1DB"/>
          </a:solidFill>
          <a:ln w="38100">
            <a:solidFill>
              <a:srgbClr val="D9A91A"/>
            </a:solidFill>
            <a:prstDash val="solid"/>
          </a:ln>
        </p:spPr>
      </p:sp>
      <p:sp>
        <p:nvSpPr>
          <p:cNvPr id="19" name="Shape 17"/>
          <p:cNvSpPr/>
          <p:nvPr/>
        </p:nvSpPr>
        <p:spPr>
          <a:xfrm>
            <a:off x="4117975" y="3298825"/>
            <a:ext cx="234950" cy="704850"/>
          </a:xfrm>
          <a:prstGeom prst="roundRect">
            <a:avLst>
              <a:gd name="adj" fmla="val 50000"/>
            </a:avLst>
          </a:prstGeom>
          <a:solidFill>
            <a:srgbClr val="2E2F33"/>
          </a:solidFill>
          <a:ln w="12700">
            <a:solidFill>
              <a:srgbClr val="2E2F33"/>
            </a:solidFill>
            <a:prstDash val="solid"/>
          </a:ln>
        </p:spPr>
      </p:sp>
      <p:sp>
        <p:nvSpPr>
          <p:cNvPr id="20" name="Shape 18"/>
          <p:cNvSpPr/>
          <p:nvPr/>
        </p:nvSpPr>
        <p:spPr>
          <a:xfrm>
            <a:off x="4584700" y="3175000"/>
            <a:ext cx="469900" cy="952500"/>
          </a:xfrm>
          <a:prstGeom prst="roundRect">
            <a:avLst>
              <a:gd name="adj" fmla="val 13514"/>
            </a:avLst>
          </a:prstGeom>
          <a:solidFill>
            <a:srgbClr val="EBEAE5"/>
          </a:solidFill>
          <a:ln w="19050">
            <a:solidFill>
              <a:srgbClr val="9A9AA1"/>
            </a:solidFill>
            <a:prstDash val="dash"/>
          </a:ln>
        </p:spPr>
      </p:sp>
      <p:sp>
        <p:nvSpPr>
          <p:cNvPr id="21" name="Shape 19"/>
          <p:cNvSpPr/>
          <p:nvPr/>
        </p:nvSpPr>
        <p:spPr>
          <a:xfrm>
            <a:off x="5168900" y="3175000"/>
            <a:ext cx="469900" cy="952500"/>
          </a:xfrm>
          <a:prstGeom prst="roundRect">
            <a:avLst>
              <a:gd name="adj" fmla="val 13514"/>
            </a:avLst>
          </a:prstGeom>
          <a:solidFill>
            <a:srgbClr val="E2E1DB"/>
          </a:solidFill>
          <a:ln w="12700">
            <a:solidFill>
              <a:srgbClr val="E2E1DB"/>
            </a:solidFill>
            <a:prstDash val="solid"/>
          </a:ln>
        </p:spPr>
      </p:sp>
      <p:sp>
        <p:nvSpPr>
          <p:cNvPr id="22" name="Shape 20"/>
          <p:cNvSpPr/>
          <p:nvPr/>
        </p:nvSpPr>
        <p:spPr>
          <a:xfrm>
            <a:off x="5286375" y="3298825"/>
            <a:ext cx="234950" cy="704850"/>
          </a:xfrm>
          <a:prstGeom prst="roundRect">
            <a:avLst>
              <a:gd name="adj" fmla="val 50000"/>
            </a:avLst>
          </a:prstGeom>
          <a:solidFill>
            <a:srgbClr val="2E2F33"/>
          </a:solidFill>
          <a:ln w="12700">
            <a:solidFill>
              <a:srgbClr val="2E2F33"/>
            </a:solidFill>
            <a:prstDash val="solid"/>
          </a:ln>
        </p:spPr>
      </p:sp>
      <p:sp>
        <p:nvSpPr>
          <p:cNvPr id="23" name="Shape 21"/>
          <p:cNvSpPr/>
          <p:nvPr/>
        </p:nvSpPr>
        <p:spPr>
          <a:xfrm>
            <a:off x="5753100" y="3175000"/>
            <a:ext cx="469900" cy="952500"/>
          </a:xfrm>
          <a:prstGeom prst="roundRect">
            <a:avLst>
              <a:gd name="adj" fmla="val 13514"/>
            </a:avLst>
          </a:prstGeom>
          <a:solidFill>
            <a:srgbClr val="FDFDFB"/>
          </a:solidFill>
          <a:ln w="19050">
            <a:solidFill>
              <a:srgbClr val="C9C9C4"/>
            </a:solidFill>
            <a:prstDash val="solid"/>
          </a:ln>
        </p:spPr>
      </p:sp>
      <p:sp>
        <p:nvSpPr>
          <p:cNvPr id="24" name="Shape 22"/>
          <p:cNvSpPr/>
          <p:nvPr/>
        </p:nvSpPr>
        <p:spPr>
          <a:xfrm>
            <a:off x="6337300" y="3175000"/>
            <a:ext cx="469900" cy="952500"/>
          </a:xfrm>
          <a:prstGeom prst="roundRect">
            <a:avLst>
              <a:gd name="adj" fmla="val 13514"/>
            </a:avLst>
          </a:prstGeom>
          <a:solidFill>
            <a:srgbClr val="E2E1DB"/>
          </a:solidFill>
          <a:ln w="12700">
            <a:solidFill>
              <a:srgbClr val="E2E1DB"/>
            </a:solidFill>
            <a:prstDash val="solid"/>
          </a:ln>
        </p:spPr>
      </p:sp>
      <p:sp>
        <p:nvSpPr>
          <p:cNvPr id="25" name="Shape 23"/>
          <p:cNvSpPr/>
          <p:nvPr/>
        </p:nvSpPr>
        <p:spPr>
          <a:xfrm>
            <a:off x="6454775" y="3298825"/>
            <a:ext cx="234950" cy="704850"/>
          </a:xfrm>
          <a:prstGeom prst="roundRect">
            <a:avLst>
              <a:gd name="adj" fmla="val 50000"/>
            </a:avLst>
          </a:prstGeom>
          <a:solidFill>
            <a:srgbClr val="2E2F33"/>
          </a:solidFill>
          <a:ln w="12700">
            <a:solidFill>
              <a:srgbClr val="2E2F33"/>
            </a:solidFill>
            <a:prstDash val="solid"/>
          </a:ln>
        </p:spPr>
      </p:sp>
      <p:sp>
        <p:nvSpPr>
          <p:cNvPr id="26" name="Shape 24"/>
          <p:cNvSpPr/>
          <p:nvPr/>
        </p:nvSpPr>
        <p:spPr>
          <a:xfrm>
            <a:off x="2603500" y="2794000"/>
            <a:ext cx="1714500" cy="1714500"/>
          </a:xfrm>
          <a:prstGeom prst="ellipse">
            <a:avLst/>
          </a:prstGeom>
          <a:solidFill>
            <a:srgbClr val="FFD75A">
              <a:alpha val="18000"/>
            </a:srgbClr>
          </a:solidFill>
          <a:ln w="114300">
            <a:solidFill>
              <a:srgbClr val="19191B"/>
            </a:solidFill>
            <a:prstDash val="solid"/>
          </a:ln>
        </p:spPr>
      </p:sp>
      <p:sp>
        <p:nvSpPr>
          <p:cNvPr id="27" name="Shape 25"/>
          <p:cNvSpPr/>
          <p:nvPr/>
        </p:nvSpPr>
        <p:spPr>
          <a:xfrm rot="-2700000">
            <a:off x="4267200" y="4216400"/>
            <a:ext cx="215900" cy="698500"/>
          </a:xfrm>
          <a:prstGeom prst="roundRect">
            <a:avLst>
              <a:gd name="adj" fmla="val 50000"/>
            </a:avLst>
          </a:prstGeom>
          <a:solidFill>
            <a:srgbClr val="19191B"/>
          </a:solidFill>
          <a:ln w="12700">
            <a:solidFill>
              <a:srgbClr val="19191B"/>
            </a:solidFill>
            <a:prstDash val="solid"/>
          </a:ln>
        </p:spPr>
      </p:sp>
      <p:sp>
        <p:nvSpPr>
          <p:cNvPr id="28" name="Shape 26"/>
          <p:cNvSpPr/>
          <p:nvPr/>
        </p:nvSpPr>
        <p:spPr>
          <a:xfrm rot="-2700000">
            <a:off x="4133850" y="4387850"/>
            <a:ext cx="215900" cy="88900"/>
          </a:xfrm>
          <a:prstGeom prst="rect">
            <a:avLst/>
          </a:prstGeom>
          <a:solidFill>
            <a:srgbClr val="FFD75A"/>
          </a:solidFill>
          <a:ln w="12700">
            <a:solidFill>
              <a:srgbClr val="FFD75A"/>
            </a:solidFill>
            <a:prstDash val="solid"/>
          </a:ln>
        </p:spPr>
      </p:sp>
      <p:sp>
        <p:nvSpPr>
          <p:cNvPr id="29" name="Shape 27"/>
          <p:cNvSpPr/>
          <p:nvPr/>
        </p:nvSpPr>
        <p:spPr>
          <a:xfrm>
            <a:off x="4762500" y="4597400"/>
            <a:ext cx="2222500" cy="1473200"/>
          </a:xfrm>
          <a:prstGeom prst="roundRect">
            <a:avLst>
              <a:gd name="adj" fmla="val 8621"/>
            </a:avLst>
          </a:prstGeom>
          <a:solidFill>
            <a:srgbClr val="121214"/>
          </a:solidFill>
          <a:ln w="12700">
            <a:solidFill>
              <a:srgbClr val="121214"/>
            </a:solidFill>
            <a:prstDash val="solid"/>
          </a:ln>
        </p:spPr>
      </p:sp>
      <p:sp>
        <p:nvSpPr>
          <p:cNvPr id="30" name="Text 28"/>
          <p:cNvSpPr txBox="1"/>
          <p:nvPr/>
        </p:nvSpPr>
        <p:spPr>
          <a:xfrm>
            <a:off x="4927600" y="4737100"/>
            <a:ext cx="1905000" cy="254000"/>
          </a:xfrm>
          <a:prstGeom prst="rect">
            <a:avLst/>
          </a:prstGeom>
          <a:noFill/>
          <a:ln/>
        </p:spPr>
        <p:txBody>
          <a:bodyPr wrap="square" lIns="0" tIns="0" rIns="0" bIns="0" rtlCol="0" anchor="t"/>
          <a:lstStyle/>
          <a:p>
            <a:pPr algn="l" indent="0" marL="0">
              <a:lnSpc>
                <a:spcPct val="112000"/>
              </a:lnSpc>
              <a:buNone/>
            </a:pPr>
            <a:r>
              <a:rPr lang="en-US" sz="1500" b="1" dirty="0">
                <a:solidFill>
                  <a:srgbClr val="F4F4F1"/>
                </a:solidFill>
                <a:latin typeface="Consolas" pitchFamily="34" charset="0"/>
                <a:ea typeface="Consolas" pitchFamily="34" charset="-122"/>
                <a:cs typeface="Consolas" pitchFamily="34" charset="-120"/>
              </a:rPr>
              <a:t>A-05</a:t>
            </a:r>
            <a:pPr algn="l" indent="0" marL="0">
              <a:lnSpc>
                <a:spcPct val="112000"/>
              </a:lnSpc>
              <a:buNone/>
            </a:pPr>
            <a:r>
              <a:rPr lang="en-US" sz="1500" dirty="0">
                <a:solidFill>
                  <a:srgbClr val="FFD75A"/>
                </a:solidFill>
                <a:latin typeface="Consolas" pitchFamily="34" charset="0"/>
                <a:ea typeface="Consolas" pitchFamily="34" charset="-122"/>
                <a:cs typeface="Consolas" pitchFamily="34" charset="-120"/>
              </a:rPr>
              <a:t>   ●  Yours</a:t>
            </a:r>
            <a:endParaRPr lang="en-US" sz="1500" dirty="0"/>
          </a:p>
        </p:txBody>
      </p:sp>
      <p:sp>
        <p:nvSpPr>
          <p:cNvPr id="31" name="Text 29"/>
          <p:cNvSpPr txBox="1"/>
          <p:nvPr/>
        </p:nvSpPr>
        <p:spPr>
          <a:xfrm>
            <a:off x="4927600" y="5029200"/>
            <a:ext cx="1905000" cy="190500"/>
          </a:xfrm>
          <a:prstGeom prst="rect">
            <a:avLst/>
          </a:prstGeom>
          <a:noFill/>
          <a:ln/>
        </p:spPr>
        <p:txBody>
          <a:bodyPr wrap="square" lIns="0" tIns="0" rIns="0" bIns="0" rtlCol="0" anchor="t"/>
          <a:lstStyle/>
          <a:p>
            <a:pPr algn="l" indent="0" marL="0">
              <a:lnSpc>
                <a:spcPct val="112000"/>
              </a:lnSpc>
              <a:buNone/>
            </a:pPr>
            <a:r>
              <a:rPr lang="en-US" sz="1200" dirty="0">
                <a:solidFill>
                  <a:srgbClr val="B8B8BD"/>
                </a:solidFill>
                <a:latin typeface="Segoe UI" pitchFamily="34" charset="0"/>
                <a:ea typeface="Segoe UI" pitchFamily="34" charset="-122"/>
                <a:cs typeface="Segoe UI" pitchFamily="34" charset="-120"/>
              </a:rPr>
              <a:t>till 16:00 · Standard · ₹20/h</a:t>
            </a:r>
            <a:endParaRPr lang="en-US" sz="1200" dirty="0"/>
          </a:p>
        </p:txBody>
      </p:sp>
      <p:sp>
        <p:nvSpPr>
          <p:cNvPr id="32" name="Shape 30"/>
          <p:cNvSpPr/>
          <p:nvPr/>
        </p:nvSpPr>
        <p:spPr>
          <a:xfrm>
            <a:off x="4927600" y="5308600"/>
            <a:ext cx="1892300" cy="0"/>
          </a:xfrm>
          <a:prstGeom prst="line">
            <a:avLst/>
          </a:prstGeom>
          <a:noFill/>
          <a:ln w="12700">
            <a:solidFill>
              <a:srgbClr val="C9C9C4"/>
            </a:solidFill>
            <a:prstDash val="solid"/>
          </a:ln>
        </p:spPr>
      </p:sp>
      <p:sp>
        <p:nvSpPr>
          <p:cNvPr id="33" name="Text 31"/>
          <p:cNvSpPr txBox="1"/>
          <p:nvPr/>
        </p:nvSpPr>
        <p:spPr>
          <a:xfrm>
            <a:off x="4927600" y="5397500"/>
            <a:ext cx="1905000" cy="152400"/>
          </a:xfrm>
          <a:prstGeom prst="rect">
            <a:avLst/>
          </a:prstGeom>
          <a:noFill/>
          <a:ln/>
        </p:spPr>
        <p:txBody>
          <a:bodyPr wrap="square" lIns="0" tIns="0" rIns="0" bIns="0" rtlCol="0" anchor="t"/>
          <a:lstStyle/>
          <a:p>
            <a:pPr algn="l" indent="0" marL="0">
              <a:lnSpc>
                <a:spcPct val="112000"/>
              </a:lnSpc>
              <a:buNone/>
            </a:pPr>
            <a:r>
              <a:rPr lang="en-US" sz="900" spc="120" kern="0" dirty="0">
                <a:solidFill>
                  <a:srgbClr val="8E8E94"/>
                </a:solidFill>
                <a:latin typeface="Consolas" pitchFamily="34" charset="0"/>
                <a:ea typeface="Consolas" pitchFamily="34" charset="-122"/>
                <a:cs typeface="Consolas" pitchFamily="34" charset="-120"/>
              </a:rPr>
              <a:t>IN THE LENS</a:t>
            </a:r>
            <a:endParaRPr lang="en-US" sz="900" dirty="0"/>
          </a:p>
        </p:txBody>
      </p:sp>
      <p:sp>
        <p:nvSpPr>
          <p:cNvPr id="34" name="Text 32"/>
          <p:cNvSpPr txBox="1"/>
          <p:nvPr/>
        </p:nvSpPr>
        <p:spPr>
          <a:xfrm>
            <a:off x="4927600" y="5575300"/>
            <a:ext cx="1968500" cy="190500"/>
          </a:xfrm>
          <a:prstGeom prst="rect">
            <a:avLst/>
          </a:prstGeom>
          <a:noFill/>
          <a:ln/>
        </p:spPr>
        <p:txBody>
          <a:bodyPr wrap="square" lIns="0" tIns="0" rIns="0" bIns="0" rtlCol="0" anchor="t"/>
          <a:lstStyle/>
          <a:p>
            <a:pPr algn="l" indent="0" marL="0">
              <a:lnSpc>
                <a:spcPct val="112000"/>
              </a:lnSpc>
              <a:buNone/>
            </a:pPr>
            <a:r>
              <a:rPr lang="en-US" sz="1000" dirty="0">
                <a:solidFill>
                  <a:srgbClr val="F4F4F1"/>
                </a:solidFill>
                <a:latin typeface="Consolas" pitchFamily="34" charset="0"/>
                <a:ea typeface="Consolas" pitchFamily="34" charset="-122"/>
                <a:cs typeface="Consolas" pitchFamily="34" charset="-120"/>
              </a:rPr>
              <a:t>1 free · 1 yours · 1 ending</a:t>
            </a:r>
            <a:endParaRPr lang="en-US" sz="1000" dirty="0"/>
          </a:p>
        </p:txBody>
      </p:sp>
      <p:sp>
        <p:nvSpPr>
          <p:cNvPr id="35" name="Text 33"/>
          <p:cNvSpPr txBox="1"/>
          <p:nvPr/>
        </p:nvSpPr>
        <p:spPr>
          <a:xfrm>
            <a:off x="4927600" y="5791200"/>
            <a:ext cx="1905000" cy="165100"/>
          </a:xfrm>
          <a:prstGeom prst="rect">
            <a:avLst/>
          </a:prstGeom>
          <a:noFill/>
          <a:ln/>
        </p:spPr>
        <p:txBody>
          <a:bodyPr wrap="square" lIns="0" tIns="0" rIns="0" bIns="0" rtlCol="0" anchor="t"/>
          <a:lstStyle/>
          <a:p>
            <a:pPr algn="l" indent="0" marL="0">
              <a:lnSpc>
                <a:spcPct val="112000"/>
              </a:lnSpc>
              <a:buNone/>
            </a:pPr>
            <a:r>
              <a:rPr lang="en-US" sz="1000" dirty="0">
                <a:solidFill>
                  <a:srgbClr val="FFD75A"/>
                </a:solidFill>
                <a:latin typeface="Consolas" pitchFamily="34" charset="0"/>
                <a:ea typeface="Consolas" pitchFamily="34" charset="-122"/>
                <a:cs typeface="Consolas" pitchFamily="34" charset="-120"/>
              </a:rPr>
              <a:t>let go to open A-05</a:t>
            </a:r>
            <a:endParaRPr lang="en-US" sz="1000" dirty="0"/>
          </a:p>
        </p:txBody>
      </p:sp>
      <p:sp>
        <p:nvSpPr>
          <p:cNvPr id="36" name="Shape 34"/>
          <p:cNvSpPr/>
          <p:nvPr/>
        </p:nvSpPr>
        <p:spPr>
          <a:xfrm>
            <a:off x="1079500" y="4889500"/>
            <a:ext cx="215900" cy="355600"/>
          </a:xfrm>
          <a:prstGeom prst="roundRect">
            <a:avLst>
              <a:gd name="adj" fmla="val 29412"/>
            </a:avLst>
          </a:prstGeom>
          <a:solidFill>
            <a:srgbClr val="FDFDFB"/>
          </a:solidFill>
          <a:ln w="19050">
            <a:solidFill>
              <a:srgbClr val="C9C9C4"/>
            </a:solidFill>
            <a:prstDash val="solid"/>
          </a:ln>
        </p:spPr>
      </p:sp>
      <p:sp>
        <p:nvSpPr>
          <p:cNvPr id="37" name="Text 35"/>
          <p:cNvSpPr txBox="1"/>
          <p:nvPr/>
        </p:nvSpPr>
        <p:spPr>
          <a:xfrm>
            <a:off x="1384300" y="4978400"/>
            <a:ext cx="952500" cy="190500"/>
          </a:xfrm>
          <a:prstGeom prst="rect">
            <a:avLst/>
          </a:prstGeom>
          <a:noFill/>
          <a:ln/>
        </p:spPr>
        <p:txBody>
          <a:bodyPr wrap="square" lIns="0" tIns="0" rIns="0" bIns="0" rtlCol="0" anchor="t"/>
          <a:lstStyle/>
          <a:p>
            <a:pPr algn="l" indent="0" marL="0">
              <a:lnSpc>
                <a:spcPct val="112000"/>
              </a:lnSpc>
              <a:buNone/>
            </a:pPr>
            <a:r>
              <a:rPr lang="en-US" sz="1200" dirty="0">
                <a:solidFill>
                  <a:srgbClr val="3C3C42"/>
                </a:solidFill>
                <a:latin typeface="Segoe UI" pitchFamily="34" charset="0"/>
                <a:ea typeface="Segoe UI" pitchFamily="34" charset="-122"/>
                <a:cs typeface="Segoe UI" pitchFamily="34" charset="-120"/>
              </a:rPr>
              <a:t>Free</a:t>
            </a:r>
            <a:endParaRPr lang="en-US" sz="1200" dirty="0"/>
          </a:p>
        </p:txBody>
      </p:sp>
      <p:sp>
        <p:nvSpPr>
          <p:cNvPr id="38" name="Shape 36"/>
          <p:cNvSpPr/>
          <p:nvPr/>
        </p:nvSpPr>
        <p:spPr>
          <a:xfrm>
            <a:off x="2286000" y="4889500"/>
            <a:ext cx="215900" cy="355600"/>
          </a:xfrm>
          <a:prstGeom prst="roundRect">
            <a:avLst>
              <a:gd name="adj" fmla="val 29412"/>
            </a:avLst>
          </a:prstGeom>
          <a:solidFill>
            <a:srgbClr val="E2E1DB"/>
          </a:solidFill>
          <a:ln w="12700">
            <a:solidFill>
              <a:srgbClr val="E2E1DB"/>
            </a:solidFill>
            <a:prstDash val="solid"/>
          </a:ln>
        </p:spPr>
      </p:sp>
      <p:sp>
        <p:nvSpPr>
          <p:cNvPr id="39" name="Shape 37"/>
          <p:cNvSpPr/>
          <p:nvPr/>
        </p:nvSpPr>
        <p:spPr>
          <a:xfrm>
            <a:off x="2339975" y="4935728"/>
            <a:ext cx="107950" cy="263144"/>
          </a:xfrm>
          <a:prstGeom prst="roundRect">
            <a:avLst>
              <a:gd name="adj" fmla="val 50000"/>
            </a:avLst>
          </a:prstGeom>
          <a:solidFill>
            <a:srgbClr val="2E2F33"/>
          </a:solidFill>
          <a:ln w="12700">
            <a:solidFill>
              <a:srgbClr val="2E2F33"/>
            </a:solidFill>
            <a:prstDash val="solid"/>
          </a:ln>
        </p:spPr>
      </p:sp>
      <p:sp>
        <p:nvSpPr>
          <p:cNvPr id="40" name="Text 38"/>
          <p:cNvSpPr txBox="1"/>
          <p:nvPr/>
        </p:nvSpPr>
        <p:spPr>
          <a:xfrm>
            <a:off x="2590800" y="4978400"/>
            <a:ext cx="952500" cy="190500"/>
          </a:xfrm>
          <a:prstGeom prst="rect">
            <a:avLst/>
          </a:prstGeom>
          <a:noFill/>
          <a:ln/>
        </p:spPr>
        <p:txBody>
          <a:bodyPr wrap="square" lIns="0" tIns="0" rIns="0" bIns="0" rtlCol="0" anchor="t"/>
          <a:lstStyle/>
          <a:p>
            <a:pPr algn="l" indent="0" marL="0">
              <a:lnSpc>
                <a:spcPct val="112000"/>
              </a:lnSpc>
              <a:buNone/>
            </a:pPr>
            <a:r>
              <a:rPr lang="en-US" sz="1200" dirty="0">
                <a:solidFill>
                  <a:srgbClr val="3C3C42"/>
                </a:solidFill>
                <a:latin typeface="Segoe UI" pitchFamily="34" charset="0"/>
                <a:ea typeface="Segoe UI" pitchFamily="34" charset="-122"/>
                <a:cs typeface="Segoe UI" pitchFamily="34" charset="-120"/>
              </a:rPr>
              <a:t>Booked</a:t>
            </a:r>
            <a:endParaRPr lang="en-US" sz="1200" dirty="0"/>
          </a:p>
        </p:txBody>
      </p:sp>
      <p:sp>
        <p:nvSpPr>
          <p:cNvPr id="41" name="Shape 39"/>
          <p:cNvSpPr/>
          <p:nvPr/>
        </p:nvSpPr>
        <p:spPr>
          <a:xfrm>
            <a:off x="3492500" y="4889500"/>
            <a:ext cx="215900" cy="355600"/>
          </a:xfrm>
          <a:prstGeom prst="roundRect">
            <a:avLst>
              <a:gd name="adj" fmla="val 29412"/>
            </a:avLst>
          </a:prstGeom>
          <a:solidFill>
            <a:srgbClr val="E2E1DB"/>
          </a:solidFill>
          <a:ln w="38100">
            <a:solidFill>
              <a:srgbClr val="D9A91A"/>
            </a:solidFill>
            <a:prstDash val="solid"/>
          </a:ln>
        </p:spPr>
      </p:sp>
      <p:sp>
        <p:nvSpPr>
          <p:cNvPr id="42" name="Shape 40"/>
          <p:cNvSpPr/>
          <p:nvPr/>
        </p:nvSpPr>
        <p:spPr>
          <a:xfrm>
            <a:off x="3546475" y="4935728"/>
            <a:ext cx="107950" cy="263144"/>
          </a:xfrm>
          <a:prstGeom prst="roundRect">
            <a:avLst>
              <a:gd name="adj" fmla="val 50000"/>
            </a:avLst>
          </a:prstGeom>
          <a:solidFill>
            <a:srgbClr val="2E2F33"/>
          </a:solidFill>
          <a:ln w="12700">
            <a:solidFill>
              <a:srgbClr val="2E2F33"/>
            </a:solidFill>
            <a:prstDash val="solid"/>
          </a:ln>
        </p:spPr>
      </p:sp>
      <p:sp>
        <p:nvSpPr>
          <p:cNvPr id="43" name="Text 41"/>
          <p:cNvSpPr txBox="1"/>
          <p:nvPr/>
        </p:nvSpPr>
        <p:spPr>
          <a:xfrm>
            <a:off x="3797300" y="4978400"/>
            <a:ext cx="952500" cy="190500"/>
          </a:xfrm>
          <a:prstGeom prst="rect">
            <a:avLst/>
          </a:prstGeom>
          <a:noFill/>
          <a:ln/>
        </p:spPr>
        <p:txBody>
          <a:bodyPr wrap="square" lIns="0" tIns="0" rIns="0" bIns="0" rtlCol="0" anchor="t"/>
          <a:lstStyle/>
          <a:p>
            <a:pPr algn="l" indent="0" marL="0">
              <a:lnSpc>
                <a:spcPct val="112000"/>
              </a:lnSpc>
              <a:buNone/>
            </a:pPr>
            <a:r>
              <a:rPr lang="en-US" sz="1200" dirty="0">
                <a:solidFill>
                  <a:srgbClr val="3C3C42"/>
                </a:solidFill>
                <a:latin typeface="Segoe UI" pitchFamily="34" charset="0"/>
                <a:ea typeface="Segoe UI" pitchFamily="34" charset="-122"/>
                <a:cs typeface="Segoe UI" pitchFamily="34" charset="-120"/>
              </a:rPr>
              <a:t>Ending soon</a:t>
            </a:r>
            <a:endParaRPr lang="en-US" sz="1200" dirty="0"/>
          </a:p>
        </p:txBody>
      </p:sp>
      <p:sp>
        <p:nvSpPr>
          <p:cNvPr id="44" name="Shape 42"/>
          <p:cNvSpPr/>
          <p:nvPr/>
        </p:nvSpPr>
        <p:spPr>
          <a:xfrm>
            <a:off x="1079500" y="5422900"/>
            <a:ext cx="215900" cy="355600"/>
          </a:xfrm>
          <a:prstGeom prst="roundRect">
            <a:avLst>
              <a:gd name="adj" fmla="val 29412"/>
            </a:avLst>
          </a:prstGeom>
          <a:solidFill>
            <a:srgbClr val="EBEAE5"/>
          </a:solidFill>
          <a:ln w="19050">
            <a:solidFill>
              <a:srgbClr val="9A9AA1"/>
            </a:solidFill>
            <a:prstDash val="dash"/>
          </a:ln>
        </p:spPr>
      </p:sp>
      <p:sp>
        <p:nvSpPr>
          <p:cNvPr id="45" name="Text 43"/>
          <p:cNvSpPr txBox="1"/>
          <p:nvPr/>
        </p:nvSpPr>
        <p:spPr>
          <a:xfrm>
            <a:off x="1384300" y="5511800"/>
            <a:ext cx="952500" cy="190500"/>
          </a:xfrm>
          <a:prstGeom prst="rect">
            <a:avLst/>
          </a:prstGeom>
          <a:noFill/>
          <a:ln/>
        </p:spPr>
        <p:txBody>
          <a:bodyPr wrap="square" lIns="0" tIns="0" rIns="0" bIns="0" rtlCol="0" anchor="t"/>
          <a:lstStyle/>
          <a:p>
            <a:pPr algn="l" indent="0" marL="0">
              <a:lnSpc>
                <a:spcPct val="112000"/>
              </a:lnSpc>
              <a:buNone/>
            </a:pPr>
            <a:r>
              <a:rPr lang="en-US" sz="1200" dirty="0">
                <a:solidFill>
                  <a:srgbClr val="3C3C42"/>
                </a:solidFill>
                <a:latin typeface="Segoe UI" pitchFamily="34" charset="0"/>
                <a:ea typeface="Segoe UI" pitchFamily="34" charset="-122"/>
                <a:cs typeface="Segoe UI" pitchFamily="34" charset="-120"/>
              </a:rPr>
              <a:t>Reserved</a:t>
            </a:r>
            <a:endParaRPr lang="en-US" sz="1200" dirty="0"/>
          </a:p>
        </p:txBody>
      </p:sp>
      <p:sp>
        <p:nvSpPr>
          <p:cNvPr id="46" name="Shape 44"/>
          <p:cNvSpPr/>
          <p:nvPr/>
        </p:nvSpPr>
        <p:spPr>
          <a:xfrm>
            <a:off x="2286000" y="5422900"/>
            <a:ext cx="215900" cy="355600"/>
          </a:xfrm>
          <a:prstGeom prst="roundRect">
            <a:avLst>
              <a:gd name="adj" fmla="val 29412"/>
            </a:avLst>
          </a:prstGeom>
          <a:solidFill>
            <a:srgbClr val="FFD75A"/>
          </a:solidFill>
          <a:ln w="25400">
            <a:solidFill>
              <a:srgbClr val="121214"/>
            </a:solidFill>
            <a:prstDash val="solid"/>
          </a:ln>
        </p:spPr>
      </p:sp>
      <p:sp>
        <p:nvSpPr>
          <p:cNvPr id="47" name="Text 45"/>
          <p:cNvSpPr txBox="1"/>
          <p:nvPr/>
        </p:nvSpPr>
        <p:spPr>
          <a:xfrm>
            <a:off x="2590800" y="5511800"/>
            <a:ext cx="952500" cy="190500"/>
          </a:xfrm>
          <a:prstGeom prst="rect">
            <a:avLst/>
          </a:prstGeom>
          <a:noFill/>
          <a:ln/>
        </p:spPr>
        <p:txBody>
          <a:bodyPr wrap="square" lIns="0" tIns="0" rIns="0" bIns="0" rtlCol="0" anchor="t"/>
          <a:lstStyle/>
          <a:p>
            <a:pPr algn="l" indent="0" marL="0">
              <a:lnSpc>
                <a:spcPct val="112000"/>
              </a:lnSpc>
              <a:buNone/>
            </a:pPr>
            <a:r>
              <a:rPr lang="en-US" sz="1200" dirty="0">
                <a:solidFill>
                  <a:srgbClr val="3C3C42"/>
                </a:solidFill>
                <a:latin typeface="Segoe UI" pitchFamily="34" charset="0"/>
                <a:ea typeface="Segoe UI" pitchFamily="34" charset="-122"/>
                <a:cs typeface="Segoe UI" pitchFamily="34" charset="-120"/>
              </a:rPr>
              <a:t>Yours</a:t>
            </a:r>
            <a:endParaRPr lang="en-US" sz="1200" dirty="0"/>
          </a:p>
        </p:txBody>
      </p:sp>
      <p:sp>
        <p:nvSpPr>
          <p:cNvPr id="48" name="Text 46"/>
          <p:cNvSpPr txBox="1"/>
          <p:nvPr/>
        </p:nvSpPr>
        <p:spPr>
          <a:xfrm>
            <a:off x="7620000" y="2755900"/>
            <a:ext cx="381000" cy="190500"/>
          </a:xfrm>
          <a:prstGeom prst="rect">
            <a:avLst/>
          </a:prstGeom>
          <a:noFill/>
          <a:ln/>
        </p:spPr>
        <p:txBody>
          <a:bodyPr wrap="square" lIns="0" tIns="0" rIns="0" bIns="0" rtlCol="0" anchor="t"/>
          <a:lstStyle/>
          <a:p>
            <a:pPr algn="l" indent="0" marL="0">
              <a:lnSpc>
                <a:spcPct val="112000"/>
              </a:lnSpc>
              <a:buNone/>
            </a:pPr>
            <a:r>
              <a:rPr lang="en-US" sz="1100" b="1" dirty="0">
                <a:solidFill>
                  <a:srgbClr val="8A6400"/>
                </a:solidFill>
                <a:latin typeface="Consolas" pitchFamily="34" charset="0"/>
                <a:ea typeface="Consolas" pitchFamily="34" charset="-122"/>
                <a:cs typeface="Consolas" pitchFamily="34" charset="-120"/>
              </a:rPr>
              <a:t>01</a:t>
            </a:r>
            <a:endParaRPr lang="en-US" sz="1100" dirty="0"/>
          </a:p>
        </p:txBody>
      </p:sp>
      <p:sp>
        <p:nvSpPr>
          <p:cNvPr id="49" name="Text 47"/>
          <p:cNvSpPr txBox="1"/>
          <p:nvPr/>
        </p:nvSpPr>
        <p:spPr>
          <a:xfrm>
            <a:off x="8001000" y="2730500"/>
            <a:ext cx="3429000" cy="254000"/>
          </a:xfrm>
          <a:prstGeom prst="rect">
            <a:avLst/>
          </a:prstGeom>
          <a:noFill/>
          <a:ln/>
        </p:spPr>
        <p:txBody>
          <a:bodyPr wrap="square" lIns="0" tIns="0" rIns="0" bIns="0" rtlCol="0" anchor="t"/>
          <a:lstStyle/>
          <a:p>
            <a:pPr algn="l" indent="0" marL="0">
              <a:lnSpc>
                <a:spcPct val="112000"/>
              </a:lnSpc>
              <a:buNone/>
            </a:pPr>
            <a:r>
              <a:rPr lang="en-US" sz="2100" spc="-50" kern="0" dirty="0">
                <a:solidFill>
                  <a:srgbClr val="121214"/>
                </a:solidFill>
                <a:latin typeface="Segoe UI Semibold" pitchFamily="34" charset="0"/>
                <a:ea typeface="Segoe UI Semibold" pitchFamily="34" charset="-122"/>
                <a:cs typeface="Segoe UI Semibold" pitchFamily="34" charset="-120"/>
              </a:rPr>
              <a:t>Hold and drag</a:t>
            </a:r>
            <a:endParaRPr lang="en-US" sz="2100" dirty="0"/>
          </a:p>
        </p:txBody>
      </p:sp>
      <p:sp>
        <p:nvSpPr>
          <p:cNvPr id="50" name="Text 48"/>
          <p:cNvSpPr txBox="1"/>
          <p:nvPr/>
        </p:nvSpPr>
        <p:spPr>
          <a:xfrm>
            <a:off x="8001000" y="3035300"/>
            <a:ext cx="3429000" cy="698500"/>
          </a:xfrm>
          <a:prstGeom prst="rect">
            <a:avLst/>
          </a:prstGeom>
          <a:noFill/>
          <a:ln/>
        </p:spPr>
        <p:txBody>
          <a:bodyPr wrap="square" lIns="0" tIns="0" rIns="0" bIns="0" rtlCol="0" anchor="t"/>
          <a:lstStyle/>
          <a:p>
            <a:pPr algn="l" indent="0" marL="0">
              <a:lnSpc>
                <a:spcPct val="112000"/>
              </a:lnSpc>
              <a:buNone/>
            </a:pPr>
            <a:r>
              <a:rPr lang="en-US" sz="1400" dirty="0">
                <a:solidFill>
                  <a:srgbClr val="62626A"/>
                </a:solidFill>
                <a:latin typeface="Segoe UI" pitchFamily="34" charset="0"/>
                <a:ea typeface="Segoe UI" pitchFamily="34" charset="-122"/>
                <a:cs typeface="Segoe UI" pitchFamily="34" charset="-120"/>
              </a:rPr>
              <a:t>Press the lens and sweep it across the plan, on a laptop or a phone.</a:t>
            </a:r>
            <a:endParaRPr lang="en-US" sz="1400" dirty="0"/>
          </a:p>
        </p:txBody>
      </p:sp>
      <p:sp>
        <p:nvSpPr>
          <p:cNvPr id="51" name="Text 49"/>
          <p:cNvSpPr txBox="1"/>
          <p:nvPr/>
        </p:nvSpPr>
        <p:spPr>
          <a:xfrm>
            <a:off x="7620000" y="3835400"/>
            <a:ext cx="381000" cy="190500"/>
          </a:xfrm>
          <a:prstGeom prst="rect">
            <a:avLst/>
          </a:prstGeom>
          <a:noFill/>
          <a:ln/>
        </p:spPr>
        <p:txBody>
          <a:bodyPr wrap="square" lIns="0" tIns="0" rIns="0" bIns="0" rtlCol="0" anchor="t"/>
          <a:lstStyle/>
          <a:p>
            <a:pPr algn="l" indent="0" marL="0">
              <a:lnSpc>
                <a:spcPct val="112000"/>
              </a:lnSpc>
              <a:buNone/>
            </a:pPr>
            <a:r>
              <a:rPr lang="en-US" sz="1100" b="1" dirty="0">
                <a:solidFill>
                  <a:srgbClr val="8A6400"/>
                </a:solidFill>
                <a:latin typeface="Consolas" pitchFamily="34" charset="0"/>
                <a:ea typeface="Consolas" pitchFamily="34" charset="-122"/>
                <a:cs typeface="Consolas" pitchFamily="34" charset="-120"/>
              </a:rPr>
              <a:t>02</a:t>
            </a:r>
            <a:endParaRPr lang="en-US" sz="1100" dirty="0"/>
          </a:p>
        </p:txBody>
      </p:sp>
      <p:sp>
        <p:nvSpPr>
          <p:cNvPr id="52" name="Text 50"/>
          <p:cNvSpPr txBox="1"/>
          <p:nvPr/>
        </p:nvSpPr>
        <p:spPr>
          <a:xfrm>
            <a:off x="8001000" y="3810000"/>
            <a:ext cx="3429000" cy="254000"/>
          </a:xfrm>
          <a:prstGeom prst="rect">
            <a:avLst/>
          </a:prstGeom>
          <a:noFill/>
          <a:ln/>
        </p:spPr>
        <p:txBody>
          <a:bodyPr wrap="square" lIns="0" tIns="0" rIns="0" bIns="0" rtlCol="0" anchor="t"/>
          <a:lstStyle/>
          <a:p>
            <a:pPr algn="l" indent="0" marL="0">
              <a:lnSpc>
                <a:spcPct val="112000"/>
              </a:lnSpc>
              <a:buNone/>
            </a:pPr>
            <a:r>
              <a:rPr lang="en-US" sz="2100" spc="-50" kern="0" dirty="0">
                <a:solidFill>
                  <a:srgbClr val="121214"/>
                </a:solidFill>
                <a:latin typeface="Segoe UI Semibold" pitchFamily="34" charset="0"/>
                <a:ea typeface="Segoe UI Semibold" pitchFamily="34" charset="-122"/>
                <a:cs typeface="Segoe UI Semibold" pitchFamily="34" charset="-120"/>
              </a:rPr>
              <a:t>Every bay explains itself</a:t>
            </a:r>
            <a:endParaRPr lang="en-US" sz="2100" dirty="0"/>
          </a:p>
        </p:txBody>
      </p:sp>
      <p:sp>
        <p:nvSpPr>
          <p:cNvPr id="53" name="Text 51"/>
          <p:cNvSpPr txBox="1"/>
          <p:nvPr/>
        </p:nvSpPr>
        <p:spPr>
          <a:xfrm>
            <a:off x="8001000" y="4114800"/>
            <a:ext cx="3429000" cy="698500"/>
          </a:xfrm>
          <a:prstGeom prst="rect">
            <a:avLst/>
          </a:prstGeom>
          <a:noFill/>
          <a:ln/>
        </p:spPr>
        <p:txBody>
          <a:bodyPr wrap="square" lIns="0" tIns="0" rIns="0" bIns="0" rtlCol="0" anchor="t"/>
          <a:lstStyle/>
          <a:p>
            <a:pPr algn="l" indent="0" marL="0">
              <a:lnSpc>
                <a:spcPct val="112000"/>
              </a:lnSpc>
              <a:buNone/>
            </a:pPr>
            <a:r>
              <a:rPr lang="en-US" sz="1400" dirty="0">
                <a:solidFill>
                  <a:srgbClr val="62626A"/>
                </a:solidFill>
                <a:latin typeface="Segoe UI" pitchFamily="34" charset="0"/>
                <a:ea typeface="Segoe UI" pitchFamily="34" charset="-122"/>
                <a:cs typeface="Segoe UI" pitchFamily="34" charset="-120"/>
              </a:rPr>
              <a:t>Under the glass, bays light up by status (free, booked, ending soon, reserved) over the real satellite photo.</a:t>
            </a:r>
            <a:endParaRPr lang="en-US" sz="1400" dirty="0"/>
          </a:p>
        </p:txBody>
      </p:sp>
      <p:sp>
        <p:nvSpPr>
          <p:cNvPr id="54" name="Text 52"/>
          <p:cNvSpPr txBox="1"/>
          <p:nvPr/>
        </p:nvSpPr>
        <p:spPr>
          <a:xfrm>
            <a:off x="7620000" y="4914900"/>
            <a:ext cx="381000" cy="190500"/>
          </a:xfrm>
          <a:prstGeom prst="rect">
            <a:avLst/>
          </a:prstGeom>
          <a:noFill/>
          <a:ln/>
        </p:spPr>
        <p:txBody>
          <a:bodyPr wrap="square" lIns="0" tIns="0" rIns="0" bIns="0" rtlCol="0" anchor="t"/>
          <a:lstStyle/>
          <a:p>
            <a:pPr algn="l" indent="0" marL="0">
              <a:lnSpc>
                <a:spcPct val="112000"/>
              </a:lnSpc>
              <a:buNone/>
            </a:pPr>
            <a:r>
              <a:rPr lang="en-US" sz="1100" b="1" dirty="0">
                <a:solidFill>
                  <a:srgbClr val="8A6400"/>
                </a:solidFill>
                <a:latin typeface="Consolas" pitchFamily="34" charset="0"/>
                <a:ea typeface="Consolas" pitchFamily="34" charset="-122"/>
                <a:cs typeface="Consolas" pitchFamily="34" charset="-120"/>
              </a:rPr>
              <a:t>03</a:t>
            </a:r>
            <a:endParaRPr lang="en-US" sz="1100" dirty="0"/>
          </a:p>
        </p:txBody>
      </p:sp>
      <p:sp>
        <p:nvSpPr>
          <p:cNvPr id="55" name="Text 53"/>
          <p:cNvSpPr txBox="1"/>
          <p:nvPr/>
        </p:nvSpPr>
        <p:spPr>
          <a:xfrm>
            <a:off x="8001000" y="4889500"/>
            <a:ext cx="3429000" cy="254000"/>
          </a:xfrm>
          <a:prstGeom prst="rect">
            <a:avLst/>
          </a:prstGeom>
          <a:noFill/>
          <a:ln/>
        </p:spPr>
        <p:txBody>
          <a:bodyPr wrap="square" lIns="0" tIns="0" rIns="0" bIns="0" rtlCol="0" anchor="t"/>
          <a:lstStyle/>
          <a:p>
            <a:pPr algn="l" indent="0" marL="0">
              <a:lnSpc>
                <a:spcPct val="112000"/>
              </a:lnSpc>
              <a:buNone/>
            </a:pPr>
            <a:r>
              <a:rPr lang="en-US" sz="2100" spc="-50" kern="0" dirty="0">
                <a:solidFill>
                  <a:srgbClr val="121214"/>
                </a:solidFill>
                <a:latin typeface="Segoe UI Semibold" pitchFamily="34" charset="0"/>
                <a:ea typeface="Segoe UI Semibold" pitchFamily="34" charset="-122"/>
                <a:cs typeface="Segoe UI Semibold" pitchFamily="34" charset="-120"/>
              </a:rPr>
              <a:t>Let go to open</a:t>
            </a:r>
            <a:endParaRPr lang="en-US" sz="2100" dirty="0"/>
          </a:p>
        </p:txBody>
      </p:sp>
      <p:sp>
        <p:nvSpPr>
          <p:cNvPr id="56" name="Text 54"/>
          <p:cNvSpPr txBox="1"/>
          <p:nvPr/>
        </p:nvSpPr>
        <p:spPr>
          <a:xfrm>
            <a:off x="8001000" y="5194300"/>
            <a:ext cx="3429000" cy="698500"/>
          </a:xfrm>
          <a:prstGeom prst="rect">
            <a:avLst/>
          </a:prstGeom>
          <a:noFill/>
          <a:ln/>
        </p:spPr>
        <p:txBody>
          <a:bodyPr wrap="square" lIns="0" tIns="0" rIns="0" bIns="0" rtlCol="0" anchor="t"/>
          <a:lstStyle/>
          <a:p>
            <a:pPr algn="l" indent="0" marL="0">
              <a:lnSpc>
                <a:spcPct val="112000"/>
              </a:lnSpc>
              <a:buNone/>
            </a:pPr>
            <a:r>
              <a:rPr lang="en-US" sz="1400" dirty="0">
                <a:solidFill>
                  <a:srgbClr val="62626A"/>
                </a:solidFill>
                <a:latin typeface="Segoe UI" pitchFamily="34" charset="0"/>
                <a:ea typeface="Segoe UI" pitchFamily="34" charset="-122"/>
                <a:cs typeface="Segoe UI" pitchFamily="34" charset="-120"/>
              </a:rPr>
              <a:t>Drop the lens on a bay and its details and booking form open right there.</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count"/>
          <p:cNvSpPr txBox="1"/>
          <p:nvPr/>
        </p:nvSpPr>
        <p:spPr>
          <a:xfrm>
            <a:off x="10795000" y="215900"/>
            <a:ext cx="635000" cy="254000"/>
          </a:xfrm>
          <a:prstGeom prst="rect">
            <a:avLst/>
          </a:prstGeom>
          <a:noFill/>
          <a:ln/>
        </p:spPr>
        <p:txBody>
          <a:bodyPr wrap="square" lIns="0" tIns="0" rIns="0" bIns="0" rtlCol="0" anchor="ctr"/>
          <a:lstStyle/>
          <a:p>
            <a:pPr algn="r" indent="0" marL="0">
              <a:buNone/>
            </a:pPr>
            <a:r>
              <a:rPr lang="en-US" sz="1000" dirty="0">
                <a:solidFill>
                  <a:srgbClr val="121214"/>
                </a:solidFill>
                <a:latin typeface="Consolas" pitchFamily="34" charset="0"/>
                <a:ea typeface="Consolas" pitchFamily="34" charset="-122"/>
                <a:cs typeface="Consolas" pitchFamily="34" charset="-120"/>
              </a:rPr>
              <a:t>11</a:t>
            </a:r>
            <a:pPr algn="r" indent="0" marL="0">
              <a:buNone/>
            </a:pPr>
            <a:r>
              <a:rPr lang="en-US" sz="1000" dirty="0">
                <a:solidFill>
                  <a:srgbClr val="9A9AA1"/>
                </a:solidFill>
                <a:latin typeface="Consolas" pitchFamily="34" charset="0"/>
                <a:ea typeface="Consolas" pitchFamily="34" charset="-122"/>
                <a:cs typeface="Consolas" pitchFamily="34" charset="-120"/>
              </a:rPr>
              <a:t> / 15</a:t>
            </a:r>
            <a:endParaRPr lang="en-US" sz="1000" dirty="0"/>
          </a:p>
        </p:txBody>
      </p:sp>
      <p:sp>
        <p:nvSpPr>
          <p:cNvPr id="3" name="!!dot"/>
          <p:cNvSpPr/>
          <p:nvPr/>
        </p:nvSpPr>
        <p:spPr>
          <a:xfrm>
            <a:off x="8433707" y="6546850"/>
            <a:ext cx="114300" cy="114300"/>
          </a:xfrm>
          <a:prstGeom prst="ellipse">
            <a:avLst/>
          </a:prstGeom>
          <a:solidFill>
            <a:srgbClr val="D9A91A"/>
          </a:solidFill>
          <a:ln w="38100">
            <a:solidFill>
              <a:srgbClr val="FFD75A"/>
            </a:solidFill>
            <a:prstDash val="solid"/>
          </a:ln>
        </p:spPr>
      </p:sp>
      <p:sp>
        <p:nvSpPr>
          <p:cNvPr id="4" name="!!tagpill"/>
          <p:cNvSpPr/>
          <p:nvPr/>
        </p:nvSpPr>
        <p:spPr>
          <a:xfrm>
            <a:off x="7937500" y="203200"/>
            <a:ext cx="2730500" cy="279400"/>
          </a:xfrm>
          <a:prstGeom prst="roundRect">
            <a:avLst>
              <a:gd name="adj" fmla="val 50000"/>
            </a:avLst>
          </a:prstGeom>
          <a:solidFill>
            <a:srgbClr val="F4F4F1"/>
          </a:solidFill>
          <a:ln w="12700">
            <a:solidFill>
              <a:srgbClr val="C9C9C4"/>
            </a:solidFill>
            <a:prstDash val="solid"/>
          </a:ln>
        </p:spPr>
      </p:sp>
      <p:sp>
        <p:nvSpPr>
          <p:cNvPr id="5" name="!!tagdot"/>
          <p:cNvSpPr/>
          <p:nvPr/>
        </p:nvSpPr>
        <p:spPr>
          <a:xfrm>
            <a:off x="8051800" y="311150"/>
            <a:ext cx="63500" cy="63500"/>
          </a:xfrm>
          <a:prstGeom prst="ellipse">
            <a:avLst/>
          </a:prstGeom>
          <a:solidFill>
            <a:srgbClr val="FFD75A"/>
          </a:solidFill>
          <a:ln w="12700">
            <a:solidFill>
              <a:srgbClr val="FFD75A"/>
            </a:solidFill>
            <a:prstDash val="solid"/>
          </a:ln>
        </p:spPr>
      </p:sp>
      <p:sp>
        <p:nvSpPr>
          <p:cNvPr id="6" name="!!tagtext"/>
          <p:cNvSpPr txBox="1"/>
          <p:nvPr/>
        </p:nvSpPr>
        <p:spPr>
          <a:xfrm>
            <a:off x="8166100" y="203200"/>
            <a:ext cx="2476500" cy="279400"/>
          </a:xfrm>
          <a:prstGeom prst="rect">
            <a:avLst/>
          </a:prstGeom>
          <a:noFill/>
          <a:ln/>
        </p:spPr>
        <p:txBody>
          <a:bodyPr wrap="none" lIns="0" tIns="0" rIns="0" bIns="0" rtlCol="0" anchor="ctr"/>
          <a:lstStyle/>
          <a:p>
            <a:pPr indent="0" marL="0">
              <a:buNone/>
            </a:pPr>
            <a:r>
              <a:rPr lang="en-US" sz="900" b="1" dirty="0">
                <a:solidFill>
                  <a:srgbClr val="121214"/>
                </a:solidFill>
                <a:latin typeface="Consolas" pitchFamily="34" charset="0"/>
                <a:ea typeface="Consolas" pitchFamily="34" charset="-122"/>
                <a:cs typeface="Consolas" pitchFamily="34" charset="-120"/>
              </a:rPr>
              <a:t>Unique feature</a:t>
            </a:r>
            <a:pPr indent="0" marL="0">
              <a:buNone/>
            </a:pPr>
            <a:r>
              <a:rPr lang="en-US" sz="900" dirty="0">
                <a:solidFill>
                  <a:srgbClr val="3C3C42"/>
                </a:solidFill>
                <a:latin typeface="Consolas" pitchFamily="34" charset="0"/>
                <a:ea typeface="Consolas" pitchFamily="34" charset="-122"/>
                <a:cs typeface="Consolas" pitchFamily="34" charset="-120"/>
              </a:rPr>
              <a:t>  ·  03 · Book a time</a:t>
            </a:r>
            <a:endParaRPr lang="en-US" sz="900" dirty="0"/>
          </a:p>
        </p:txBody>
      </p:sp>
      <p:sp>
        <p:nvSpPr>
          <p:cNvPr id="7" name="Text 18"/>
          <p:cNvSpPr/>
          <p:nvPr>
            <p:ph idx="119" type="body" hasCustomPrompt="1"/>
          </p:nvPr>
        </p:nvSpPr>
        <p:spPr>
          <a:xfrm>
            <a:off x="762000" y="952500"/>
            <a:ext cx="7620000" cy="254000"/>
          </a:xfrm>
          <a:prstGeom prst="rect">
            <a:avLst/>
          </a:prstGeom>
          <a:noFill/>
          <a:ln/>
        </p:spPr>
        <p:txBody>
          <a:bodyPr wrap="square" lIns="0" tIns="0" rIns="0" bIns="0" rtlCol="0" anchor="ctr"/>
          <a:lstStyle/>
          <a:p>
            <a:pPr algn="l" indent="0" marL="0">
              <a:buNone/>
            </a:pPr>
            <a:r>
              <a:rPr lang="en-US" sz="1100" b="1" dirty="0">
                <a:solidFill>
                  <a:srgbClr val="8A6400"/>
                </a:solidFill>
                <a:latin typeface="Consolas" pitchFamily="34" charset="0"/>
                <a:ea typeface="Consolas" pitchFamily="34" charset="-122"/>
                <a:cs typeface="Consolas" pitchFamily="34" charset="-120"/>
              </a:rPr>
              <a:t>03</a:t>
            </a:r>
            <a:pPr algn="l" indent="0" marL="0">
              <a:buNone/>
            </a:pPr>
            <a:r>
              <a:rPr lang="en-US" sz="1100" dirty="0">
                <a:solidFill>
                  <a:srgbClr val="62626A"/>
                </a:solidFill>
                <a:latin typeface="Consolas" pitchFamily="34" charset="0"/>
                <a:ea typeface="Consolas" pitchFamily="34" charset="-122"/>
                <a:cs typeface="Consolas" pitchFamily="34" charset="-120"/>
              </a:rPr>
              <a:t>  ——  Book a time, not just a spot</a:t>
            </a:r>
            <a:endParaRPr lang="en-US" sz="1100" dirty="0"/>
          </a:p>
        </p:txBody>
      </p:sp>
      <p:sp>
        <p:nvSpPr>
          <p:cNvPr id="8" name="Text 18"/>
          <p:cNvSpPr/>
          <p:nvPr>
            <p:ph idx="120" type="title" hasCustomPrompt="1"/>
          </p:nvPr>
        </p:nvSpPr>
        <p:spPr>
          <a:xfrm>
            <a:off x="762000" y="1295400"/>
            <a:ext cx="10668000" cy="1460500"/>
          </a:xfrm>
          <a:prstGeom prst="rect">
            <a:avLst/>
          </a:prstGeom>
          <a:noFill/>
          <a:ln/>
        </p:spPr>
        <p:txBody>
          <a:bodyPr wrap="square" lIns="0" tIns="0" rIns="0" bIns="0" rtlCol="0" anchor="t"/>
          <a:lstStyle/>
          <a:p>
            <a:pPr algn="l" indent="0" marL="0">
              <a:lnSpc>
                <a:spcPct val="92000"/>
              </a:lnSpc>
              <a:buNone/>
            </a:pPr>
            <a:r>
              <a:rPr lang="en-US" sz="4400" spc="-160" kern="0" dirty="0">
                <a:solidFill>
                  <a:srgbClr val="121214"/>
                </a:solidFill>
                <a:latin typeface="Segoe UI Semibold" pitchFamily="34" charset="0"/>
                <a:ea typeface="Segoe UI Semibold" pitchFamily="34" charset="-122"/>
                <a:cs typeface="Segoe UI Semibold" pitchFamily="34" charset="-120"/>
              </a:rPr>
              <a:t>You pick the hours, not just the bay.</a:t>
            </a:r>
            <a:endParaRPr lang="en-US" sz="4400" dirty="0"/>
          </a:p>
        </p:txBody>
      </p:sp>
      <p:sp>
        <p:nvSpPr>
          <p:cNvPr id="9" name="day-card"/>
          <p:cNvSpPr/>
          <p:nvPr/>
        </p:nvSpPr>
        <p:spPr>
          <a:xfrm>
            <a:off x="762000" y="2540000"/>
            <a:ext cx="10668000" cy="2095500"/>
          </a:xfrm>
          <a:prstGeom prst="roundRect">
            <a:avLst>
              <a:gd name="adj" fmla="val 7273"/>
            </a:avLst>
          </a:prstGeom>
          <a:solidFill>
            <a:srgbClr val="F8F8F6"/>
          </a:solidFill>
          <a:ln w="12700">
            <a:solidFill>
              <a:srgbClr val="DCDBD6"/>
            </a:solidFill>
            <a:prstDash val="solid"/>
          </a:ln>
          <a:effectLst>
            <a:outerShdw sx="100000" sy="100000" kx="0" ky="0" algn="bl" rotWithShape="0" blurRad="177800" dist="76200" dir="5400000">
              <a:srgbClr val="000000">
                <a:alpha val="10000"/>
              </a:srgbClr>
            </a:outerShdw>
          </a:effectLst>
        </p:spPr>
      </p:sp>
      <p:sp>
        <p:nvSpPr>
          <p:cNvPr id="10" name="Text 8"/>
          <p:cNvSpPr txBox="1"/>
          <p:nvPr/>
        </p:nvSpPr>
        <p:spPr>
          <a:xfrm>
            <a:off x="1016000" y="2730500"/>
            <a:ext cx="3810000" cy="165100"/>
          </a:xfrm>
          <a:prstGeom prst="rect">
            <a:avLst/>
          </a:prstGeom>
          <a:noFill/>
          <a:ln/>
        </p:spPr>
        <p:txBody>
          <a:bodyPr wrap="square" lIns="0" tIns="0" rIns="0" bIns="0" rtlCol="0" anchor="t"/>
          <a:lstStyle/>
          <a:p>
            <a:pPr algn="l" indent="0" marL="0">
              <a:lnSpc>
                <a:spcPct val="112000"/>
              </a:lnSpc>
              <a:buNone/>
            </a:pPr>
            <a:r>
              <a:rPr lang="en-US" sz="1000" spc="150" kern="0" dirty="0">
                <a:solidFill>
                  <a:srgbClr val="62626A"/>
                </a:solidFill>
                <a:latin typeface="Consolas" pitchFamily="34" charset="0"/>
                <a:ea typeface="Consolas" pitchFamily="34" charset="-122"/>
                <a:cs typeface="Consolas" pitchFamily="34" charset="-120"/>
              </a:rPr>
              <a:t>TODAY  ·  BAY A-07</a:t>
            </a:r>
            <a:endParaRPr lang="en-US" sz="1000" dirty="0"/>
          </a:p>
        </p:txBody>
      </p:sp>
      <p:sp>
        <p:nvSpPr>
          <p:cNvPr id="11" name="Text 9"/>
          <p:cNvSpPr txBox="1"/>
          <p:nvPr/>
        </p:nvSpPr>
        <p:spPr>
          <a:xfrm>
            <a:off x="8636000" y="2730500"/>
            <a:ext cx="2540000" cy="165100"/>
          </a:xfrm>
          <a:prstGeom prst="rect">
            <a:avLst/>
          </a:prstGeom>
          <a:noFill/>
          <a:ln/>
        </p:spPr>
        <p:txBody>
          <a:bodyPr wrap="square" lIns="0" tIns="0" rIns="0" bIns="0" rtlCol="0" anchor="t"/>
          <a:lstStyle/>
          <a:p>
            <a:pPr algn="r" indent="0" marL="0">
              <a:lnSpc>
                <a:spcPct val="112000"/>
              </a:lnSpc>
              <a:buNone/>
            </a:pPr>
            <a:r>
              <a:rPr lang="en-US" sz="1000" dirty="0">
                <a:solidFill>
                  <a:srgbClr val="9A9AA1"/>
                </a:solidFill>
                <a:latin typeface="Consolas" pitchFamily="34" charset="0"/>
                <a:ea typeface="Consolas" pitchFamily="34" charset="-122"/>
                <a:cs typeface="Consolas" pitchFamily="34" charset="-120"/>
              </a:rPr>
              <a:t>08:00 – 20:00</a:t>
            </a:r>
            <a:endParaRPr lang="en-US" sz="1000" dirty="0"/>
          </a:p>
        </p:txBody>
      </p:sp>
      <p:sp>
        <p:nvSpPr>
          <p:cNvPr id="12" name="Shape 10"/>
          <p:cNvSpPr/>
          <p:nvPr/>
        </p:nvSpPr>
        <p:spPr>
          <a:xfrm>
            <a:off x="1270000" y="3175000"/>
            <a:ext cx="9652000" cy="571500"/>
          </a:xfrm>
          <a:prstGeom prst="roundRect">
            <a:avLst>
              <a:gd name="adj" fmla="val 15556"/>
            </a:avLst>
          </a:prstGeom>
          <a:solidFill>
            <a:srgbClr val="FDFDFB"/>
          </a:solidFill>
          <a:ln w="12700">
            <a:solidFill>
              <a:srgbClr val="C9C9C4"/>
            </a:solidFill>
            <a:prstDash val="solid"/>
          </a:ln>
        </p:spPr>
      </p:sp>
      <p:sp>
        <p:nvSpPr>
          <p:cNvPr id="13" name="Shape 11"/>
          <p:cNvSpPr/>
          <p:nvPr/>
        </p:nvSpPr>
        <p:spPr>
          <a:xfrm>
            <a:off x="2074333" y="3251200"/>
            <a:ext cx="2010833" cy="419100"/>
          </a:xfrm>
          <a:prstGeom prst="roundRect">
            <a:avLst>
              <a:gd name="adj" fmla="val 15152"/>
            </a:avLst>
          </a:prstGeom>
          <a:solidFill>
            <a:srgbClr val="C9C9C4"/>
          </a:solidFill>
          <a:ln w="25400">
            <a:solidFill>
              <a:srgbClr val="C9C9C4"/>
            </a:solidFill>
            <a:prstDash val="solid"/>
          </a:ln>
        </p:spPr>
      </p:sp>
      <p:sp>
        <p:nvSpPr>
          <p:cNvPr id="14" name="Text 12"/>
          <p:cNvSpPr txBox="1"/>
          <p:nvPr/>
        </p:nvSpPr>
        <p:spPr>
          <a:xfrm>
            <a:off x="2074333" y="3251200"/>
            <a:ext cx="2010833" cy="419100"/>
          </a:xfrm>
          <a:prstGeom prst="rect">
            <a:avLst/>
          </a:prstGeom>
          <a:noFill/>
          <a:ln/>
        </p:spPr>
        <p:txBody>
          <a:bodyPr wrap="square" lIns="0" tIns="0" rIns="0" bIns="0" rtlCol="0" anchor="ctr"/>
          <a:lstStyle/>
          <a:p>
            <a:pPr algn="ctr" indent="0" marL="0">
              <a:lnSpc>
                <a:spcPct val="112000"/>
              </a:lnSpc>
              <a:buNone/>
            </a:pPr>
            <a:r>
              <a:rPr lang="en-US" sz="1100" dirty="0">
                <a:solidFill>
                  <a:srgbClr val="121214"/>
                </a:solidFill>
                <a:latin typeface="Consolas" pitchFamily="34" charset="0"/>
                <a:ea typeface="Consolas" pitchFamily="34" charset="-122"/>
                <a:cs typeface="Consolas" pitchFamily="34" charset="-120"/>
              </a:rPr>
              <a:t>taken</a:t>
            </a:r>
            <a:endParaRPr lang="en-US" sz="1100" dirty="0"/>
          </a:p>
        </p:txBody>
      </p:sp>
      <p:sp>
        <p:nvSpPr>
          <p:cNvPr id="15" name="Shape 13"/>
          <p:cNvSpPr/>
          <p:nvPr/>
        </p:nvSpPr>
        <p:spPr>
          <a:xfrm>
            <a:off x="8106833" y="3251200"/>
            <a:ext cx="1206500" cy="419100"/>
          </a:xfrm>
          <a:prstGeom prst="roundRect">
            <a:avLst>
              <a:gd name="adj" fmla="val 15152"/>
            </a:avLst>
          </a:prstGeom>
          <a:solidFill>
            <a:srgbClr val="C9C9C4"/>
          </a:solidFill>
          <a:ln w="25400">
            <a:solidFill>
              <a:srgbClr val="C9C9C4"/>
            </a:solidFill>
            <a:prstDash val="solid"/>
          </a:ln>
        </p:spPr>
      </p:sp>
      <p:sp>
        <p:nvSpPr>
          <p:cNvPr id="16" name="Text 14"/>
          <p:cNvSpPr txBox="1"/>
          <p:nvPr/>
        </p:nvSpPr>
        <p:spPr>
          <a:xfrm>
            <a:off x="8106833" y="3251200"/>
            <a:ext cx="1206500" cy="419100"/>
          </a:xfrm>
          <a:prstGeom prst="rect">
            <a:avLst/>
          </a:prstGeom>
          <a:noFill/>
          <a:ln/>
        </p:spPr>
        <p:txBody>
          <a:bodyPr wrap="square" lIns="0" tIns="0" rIns="0" bIns="0" rtlCol="0" anchor="ctr"/>
          <a:lstStyle/>
          <a:p>
            <a:pPr algn="ctr" indent="0" marL="0">
              <a:lnSpc>
                <a:spcPct val="112000"/>
              </a:lnSpc>
              <a:buNone/>
            </a:pPr>
            <a:r>
              <a:rPr lang="en-US" sz="1100" dirty="0">
                <a:solidFill>
                  <a:srgbClr val="121214"/>
                </a:solidFill>
                <a:latin typeface="Consolas" pitchFamily="34" charset="0"/>
                <a:ea typeface="Consolas" pitchFamily="34" charset="-122"/>
                <a:cs typeface="Consolas" pitchFamily="34" charset="-120"/>
              </a:rPr>
              <a:t>taken</a:t>
            </a:r>
            <a:endParaRPr lang="en-US" sz="1100" dirty="0"/>
          </a:p>
        </p:txBody>
      </p:sp>
      <p:sp>
        <p:nvSpPr>
          <p:cNvPr id="17" name="Shape 15"/>
          <p:cNvSpPr/>
          <p:nvPr/>
        </p:nvSpPr>
        <p:spPr>
          <a:xfrm>
            <a:off x="5291667" y="3251200"/>
            <a:ext cx="1608667" cy="419100"/>
          </a:xfrm>
          <a:prstGeom prst="roundRect">
            <a:avLst>
              <a:gd name="adj" fmla="val 15152"/>
            </a:avLst>
          </a:prstGeom>
          <a:solidFill>
            <a:srgbClr val="FFD75A"/>
          </a:solidFill>
          <a:ln w="25400">
            <a:solidFill>
              <a:srgbClr val="121214"/>
            </a:solidFill>
            <a:prstDash val="solid"/>
          </a:ln>
        </p:spPr>
      </p:sp>
      <p:sp>
        <p:nvSpPr>
          <p:cNvPr id="18" name="Text 16"/>
          <p:cNvSpPr txBox="1"/>
          <p:nvPr/>
        </p:nvSpPr>
        <p:spPr>
          <a:xfrm>
            <a:off x="5291667" y="3251200"/>
            <a:ext cx="1608667" cy="419100"/>
          </a:xfrm>
          <a:prstGeom prst="rect">
            <a:avLst/>
          </a:prstGeom>
          <a:noFill/>
          <a:ln/>
        </p:spPr>
        <p:txBody>
          <a:bodyPr wrap="square" lIns="0" tIns="0" rIns="0" bIns="0" rtlCol="0" anchor="ctr"/>
          <a:lstStyle/>
          <a:p>
            <a:pPr algn="ctr" indent="0" marL="0">
              <a:lnSpc>
                <a:spcPct val="112000"/>
              </a:lnSpc>
              <a:buNone/>
            </a:pPr>
            <a:r>
              <a:rPr lang="en-US" sz="1100" dirty="0">
                <a:solidFill>
                  <a:srgbClr val="121214"/>
                </a:solidFill>
                <a:latin typeface="Consolas" pitchFamily="34" charset="0"/>
                <a:ea typeface="Consolas" pitchFamily="34" charset="-122"/>
                <a:cs typeface="Consolas" pitchFamily="34" charset="-120"/>
              </a:rPr>
              <a:t>yours · 13:00–15:00</a:t>
            </a:r>
            <a:endParaRPr lang="en-US" sz="1100" dirty="0"/>
          </a:p>
        </p:txBody>
      </p:sp>
      <p:sp>
        <p:nvSpPr>
          <p:cNvPr id="19" name="Shape 17"/>
          <p:cNvSpPr/>
          <p:nvPr/>
        </p:nvSpPr>
        <p:spPr>
          <a:xfrm>
            <a:off x="1270000" y="3810000"/>
            <a:ext cx="0" cy="88900"/>
          </a:xfrm>
          <a:prstGeom prst="line">
            <a:avLst/>
          </a:prstGeom>
          <a:noFill/>
          <a:ln w="12700">
            <a:solidFill>
              <a:srgbClr val="9A9AA1"/>
            </a:solidFill>
            <a:prstDash val="solid"/>
          </a:ln>
        </p:spPr>
      </p:sp>
      <p:sp>
        <p:nvSpPr>
          <p:cNvPr id="20" name="Text 18"/>
          <p:cNvSpPr txBox="1"/>
          <p:nvPr/>
        </p:nvSpPr>
        <p:spPr>
          <a:xfrm>
            <a:off x="1016000" y="3937000"/>
            <a:ext cx="508000" cy="152400"/>
          </a:xfrm>
          <a:prstGeom prst="rect">
            <a:avLst/>
          </a:prstGeom>
          <a:noFill/>
          <a:ln/>
        </p:spPr>
        <p:txBody>
          <a:bodyPr wrap="square" lIns="0" tIns="0" rIns="0" bIns="0" rtlCol="0" anchor="t"/>
          <a:lstStyle/>
          <a:p>
            <a:pPr algn="ctr" indent="0" marL="0">
              <a:lnSpc>
                <a:spcPct val="112000"/>
              </a:lnSpc>
              <a:buNone/>
            </a:pPr>
            <a:r>
              <a:rPr lang="en-US" sz="1000" dirty="0">
                <a:solidFill>
                  <a:srgbClr val="9A9AA1"/>
                </a:solidFill>
                <a:latin typeface="Consolas" pitchFamily="34" charset="0"/>
                <a:ea typeface="Consolas" pitchFamily="34" charset="-122"/>
                <a:cs typeface="Consolas" pitchFamily="34" charset="-120"/>
              </a:rPr>
              <a:t>08:00</a:t>
            </a:r>
            <a:endParaRPr lang="en-US" sz="1000" dirty="0"/>
          </a:p>
        </p:txBody>
      </p:sp>
      <p:sp>
        <p:nvSpPr>
          <p:cNvPr id="21" name="Shape 19"/>
          <p:cNvSpPr/>
          <p:nvPr/>
        </p:nvSpPr>
        <p:spPr>
          <a:xfrm>
            <a:off x="2074333" y="3810000"/>
            <a:ext cx="0" cy="50800"/>
          </a:xfrm>
          <a:prstGeom prst="line">
            <a:avLst/>
          </a:prstGeom>
          <a:noFill/>
          <a:ln w="12700">
            <a:solidFill>
              <a:srgbClr val="9A9AA1"/>
            </a:solidFill>
            <a:prstDash val="solid"/>
          </a:ln>
        </p:spPr>
      </p:sp>
      <p:sp>
        <p:nvSpPr>
          <p:cNvPr id="22" name="Shape 20"/>
          <p:cNvSpPr/>
          <p:nvPr/>
        </p:nvSpPr>
        <p:spPr>
          <a:xfrm>
            <a:off x="2878667" y="3810000"/>
            <a:ext cx="0" cy="88900"/>
          </a:xfrm>
          <a:prstGeom prst="line">
            <a:avLst/>
          </a:prstGeom>
          <a:noFill/>
          <a:ln w="12700">
            <a:solidFill>
              <a:srgbClr val="9A9AA1"/>
            </a:solidFill>
            <a:prstDash val="solid"/>
          </a:ln>
        </p:spPr>
      </p:sp>
      <p:sp>
        <p:nvSpPr>
          <p:cNvPr id="23" name="Text 21"/>
          <p:cNvSpPr txBox="1"/>
          <p:nvPr/>
        </p:nvSpPr>
        <p:spPr>
          <a:xfrm>
            <a:off x="2624667" y="3937000"/>
            <a:ext cx="508000" cy="152400"/>
          </a:xfrm>
          <a:prstGeom prst="rect">
            <a:avLst/>
          </a:prstGeom>
          <a:noFill/>
          <a:ln/>
        </p:spPr>
        <p:txBody>
          <a:bodyPr wrap="square" lIns="0" tIns="0" rIns="0" bIns="0" rtlCol="0" anchor="t"/>
          <a:lstStyle/>
          <a:p>
            <a:pPr algn="ctr" indent="0" marL="0">
              <a:lnSpc>
                <a:spcPct val="112000"/>
              </a:lnSpc>
              <a:buNone/>
            </a:pPr>
            <a:r>
              <a:rPr lang="en-US" sz="1000" dirty="0">
                <a:solidFill>
                  <a:srgbClr val="9A9AA1"/>
                </a:solidFill>
                <a:latin typeface="Consolas" pitchFamily="34" charset="0"/>
                <a:ea typeface="Consolas" pitchFamily="34" charset="-122"/>
                <a:cs typeface="Consolas" pitchFamily="34" charset="-120"/>
              </a:rPr>
              <a:t>10:00</a:t>
            </a:r>
            <a:endParaRPr lang="en-US" sz="1000" dirty="0"/>
          </a:p>
        </p:txBody>
      </p:sp>
      <p:sp>
        <p:nvSpPr>
          <p:cNvPr id="24" name="Shape 22"/>
          <p:cNvSpPr/>
          <p:nvPr/>
        </p:nvSpPr>
        <p:spPr>
          <a:xfrm>
            <a:off x="3683000" y="3810000"/>
            <a:ext cx="0" cy="50800"/>
          </a:xfrm>
          <a:prstGeom prst="line">
            <a:avLst/>
          </a:prstGeom>
          <a:noFill/>
          <a:ln w="12700">
            <a:solidFill>
              <a:srgbClr val="9A9AA1"/>
            </a:solidFill>
            <a:prstDash val="solid"/>
          </a:ln>
        </p:spPr>
      </p:sp>
      <p:sp>
        <p:nvSpPr>
          <p:cNvPr id="25" name="Shape 23"/>
          <p:cNvSpPr/>
          <p:nvPr/>
        </p:nvSpPr>
        <p:spPr>
          <a:xfrm>
            <a:off x="4487333" y="3810000"/>
            <a:ext cx="0" cy="88900"/>
          </a:xfrm>
          <a:prstGeom prst="line">
            <a:avLst/>
          </a:prstGeom>
          <a:noFill/>
          <a:ln w="12700">
            <a:solidFill>
              <a:srgbClr val="9A9AA1"/>
            </a:solidFill>
            <a:prstDash val="solid"/>
          </a:ln>
        </p:spPr>
      </p:sp>
      <p:sp>
        <p:nvSpPr>
          <p:cNvPr id="26" name="Text 24"/>
          <p:cNvSpPr txBox="1"/>
          <p:nvPr/>
        </p:nvSpPr>
        <p:spPr>
          <a:xfrm>
            <a:off x="4233333" y="3937000"/>
            <a:ext cx="508000" cy="152400"/>
          </a:xfrm>
          <a:prstGeom prst="rect">
            <a:avLst/>
          </a:prstGeom>
          <a:noFill/>
          <a:ln/>
        </p:spPr>
        <p:txBody>
          <a:bodyPr wrap="square" lIns="0" tIns="0" rIns="0" bIns="0" rtlCol="0" anchor="t"/>
          <a:lstStyle/>
          <a:p>
            <a:pPr algn="ctr" indent="0" marL="0">
              <a:lnSpc>
                <a:spcPct val="112000"/>
              </a:lnSpc>
              <a:buNone/>
            </a:pPr>
            <a:r>
              <a:rPr lang="en-US" sz="1000" dirty="0">
                <a:solidFill>
                  <a:srgbClr val="9A9AA1"/>
                </a:solidFill>
                <a:latin typeface="Consolas" pitchFamily="34" charset="0"/>
                <a:ea typeface="Consolas" pitchFamily="34" charset="-122"/>
                <a:cs typeface="Consolas" pitchFamily="34" charset="-120"/>
              </a:rPr>
              <a:t>12:00</a:t>
            </a:r>
            <a:endParaRPr lang="en-US" sz="1000" dirty="0"/>
          </a:p>
        </p:txBody>
      </p:sp>
      <p:sp>
        <p:nvSpPr>
          <p:cNvPr id="27" name="Shape 25"/>
          <p:cNvSpPr/>
          <p:nvPr/>
        </p:nvSpPr>
        <p:spPr>
          <a:xfrm>
            <a:off x="5291667" y="3810000"/>
            <a:ext cx="0" cy="50800"/>
          </a:xfrm>
          <a:prstGeom prst="line">
            <a:avLst/>
          </a:prstGeom>
          <a:noFill/>
          <a:ln w="12700">
            <a:solidFill>
              <a:srgbClr val="9A9AA1"/>
            </a:solidFill>
            <a:prstDash val="solid"/>
          </a:ln>
        </p:spPr>
      </p:sp>
      <p:sp>
        <p:nvSpPr>
          <p:cNvPr id="28" name="Shape 26"/>
          <p:cNvSpPr/>
          <p:nvPr/>
        </p:nvSpPr>
        <p:spPr>
          <a:xfrm>
            <a:off x="6096000" y="3810000"/>
            <a:ext cx="0" cy="88900"/>
          </a:xfrm>
          <a:prstGeom prst="line">
            <a:avLst/>
          </a:prstGeom>
          <a:noFill/>
          <a:ln w="12700">
            <a:solidFill>
              <a:srgbClr val="9A9AA1"/>
            </a:solidFill>
            <a:prstDash val="solid"/>
          </a:ln>
        </p:spPr>
      </p:sp>
      <p:sp>
        <p:nvSpPr>
          <p:cNvPr id="29" name="Text 27"/>
          <p:cNvSpPr txBox="1"/>
          <p:nvPr/>
        </p:nvSpPr>
        <p:spPr>
          <a:xfrm>
            <a:off x="5842000" y="3937000"/>
            <a:ext cx="508000" cy="152400"/>
          </a:xfrm>
          <a:prstGeom prst="rect">
            <a:avLst/>
          </a:prstGeom>
          <a:noFill/>
          <a:ln/>
        </p:spPr>
        <p:txBody>
          <a:bodyPr wrap="square" lIns="0" tIns="0" rIns="0" bIns="0" rtlCol="0" anchor="t"/>
          <a:lstStyle/>
          <a:p>
            <a:pPr algn="ctr" indent="0" marL="0">
              <a:lnSpc>
                <a:spcPct val="112000"/>
              </a:lnSpc>
              <a:buNone/>
            </a:pPr>
            <a:r>
              <a:rPr lang="en-US" sz="1000" dirty="0">
                <a:solidFill>
                  <a:srgbClr val="9A9AA1"/>
                </a:solidFill>
                <a:latin typeface="Consolas" pitchFamily="34" charset="0"/>
                <a:ea typeface="Consolas" pitchFamily="34" charset="-122"/>
                <a:cs typeface="Consolas" pitchFamily="34" charset="-120"/>
              </a:rPr>
              <a:t>14:00</a:t>
            </a:r>
            <a:endParaRPr lang="en-US" sz="1000" dirty="0"/>
          </a:p>
        </p:txBody>
      </p:sp>
      <p:sp>
        <p:nvSpPr>
          <p:cNvPr id="30" name="Shape 28"/>
          <p:cNvSpPr/>
          <p:nvPr/>
        </p:nvSpPr>
        <p:spPr>
          <a:xfrm>
            <a:off x="6900333" y="3810000"/>
            <a:ext cx="0" cy="50800"/>
          </a:xfrm>
          <a:prstGeom prst="line">
            <a:avLst/>
          </a:prstGeom>
          <a:noFill/>
          <a:ln w="12700">
            <a:solidFill>
              <a:srgbClr val="9A9AA1"/>
            </a:solidFill>
            <a:prstDash val="solid"/>
          </a:ln>
        </p:spPr>
      </p:sp>
      <p:sp>
        <p:nvSpPr>
          <p:cNvPr id="31" name="Shape 29"/>
          <p:cNvSpPr/>
          <p:nvPr/>
        </p:nvSpPr>
        <p:spPr>
          <a:xfrm>
            <a:off x="7704667" y="3810000"/>
            <a:ext cx="0" cy="88900"/>
          </a:xfrm>
          <a:prstGeom prst="line">
            <a:avLst/>
          </a:prstGeom>
          <a:noFill/>
          <a:ln w="12700">
            <a:solidFill>
              <a:srgbClr val="9A9AA1"/>
            </a:solidFill>
            <a:prstDash val="solid"/>
          </a:ln>
        </p:spPr>
      </p:sp>
      <p:sp>
        <p:nvSpPr>
          <p:cNvPr id="32" name="Text 30"/>
          <p:cNvSpPr txBox="1"/>
          <p:nvPr/>
        </p:nvSpPr>
        <p:spPr>
          <a:xfrm>
            <a:off x="7450667" y="3937000"/>
            <a:ext cx="508000" cy="152400"/>
          </a:xfrm>
          <a:prstGeom prst="rect">
            <a:avLst/>
          </a:prstGeom>
          <a:noFill/>
          <a:ln/>
        </p:spPr>
        <p:txBody>
          <a:bodyPr wrap="square" lIns="0" tIns="0" rIns="0" bIns="0" rtlCol="0" anchor="t"/>
          <a:lstStyle/>
          <a:p>
            <a:pPr algn="ctr" indent="0" marL="0">
              <a:lnSpc>
                <a:spcPct val="112000"/>
              </a:lnSpc>
              <a:buNone/>
            </a:pPr>
            <a:r>
              <a:rPr lang="en-US" sz="1000" dirty="0">
                <a:solidFill>
                  <a:srgbClr val="9A9AA1"/>
                </a:solidFill>
                <a:latin typeface="Consolas" pitchFamily="34" charset="0"/>
                <a:ea typeface="Consolas" pitchFamily="34" charset="-122"/>
                <a:cs typeface="Consolas" pitchFamily="34" charset="-120"/>
              </a:rPr>
              <a:t>16:00</a:t>
            </a:r>
            <a:endParaRPr lang="en-US" sz="1000" dirty="0"/>
          </a:p>
        </p:txBody>
      </p:sp>
      <p:sp>
        <p:nvSpPr>
          <p:cNvPr id="33" name="Shape 31"/>
          <p:cNvSpPr/>
          <p:nvPr/>
        </p:nvSpPr>
        <p:spPr>
          <a:xfrm>
            <a:off x="8509000" y="3810000"/>
            <a:ext cx="0" cy="50800"/>
          </a:xfrm>
          <a:prstGeom prst="line">
            <a:avLst/>
          </a:prstGeom>
          <a:noFill/>
          <a:ln w="12700">
            <a:solidFill>
              <a:srgbClr val="9A9AA1"/>
            </a:solidFill>
            <a:prstDash val="solid"/>
          </a:ln>
        </p:spPr>
      </p:sp>
      <p:sp>
        <p:nvSpPr>
          <p:cNvPr id="34" name="Shape 32"/>
          <p:cNvSpPr/>
          <p:nvPr/>
        </p:nvSpPr>
        <p:spPr>
          <a:xfrm>
            <a:off x="9313333" y="3810000"/>
            <a:ext cx="0" cy="88900"/>
          </a:xfrm>
          <a:prstGeom prst="line">
            <a:avLst/>
          </a:prstGeom>
          <a:noFill/>
          <a:ln w="12700">
            <a:solidFill>
              <a:srgbClr val="9A9AA1"/>
            </a:solidFill>
            <a:prstDash val="solid"/>
          </a:ln>
        </p:spPr>
      </p:sp>
      <p:sp>
        <p:nvSpPr>
          <p:cNvPr id="35" name="Text 33"/>
          <p:cNvSpPr txBox="1"/>
          <p:nvPr/>
        </p:nvSpPr>
        <p:spPr>
          <a:xfrm>
            <a:off x="9059333" y="3937000"/>
            <a:ext cx="508000" cy="152400"/>
          </a:xfrm>
          <a:prstGeom prst="rect">
            <a:avLst/>
          </a:prstGeom>
          <a:noFill/>
          <a:ln/>
        </p:spPr>
        <p:txBody>
          <a:bodyPr wrap="square" lIns="0" tIns="0" rIns="0" bIns="0" rtlCol="0" anchor="t"/>
          <a:lstStyle/>
          <a:p>
            <a:pPr algn="ctr" indent="0" marL="0">
              <a:lnSpc>
                <a:spcPct val="112000"/>
              </a:lnSpc>
              <a:buNone/>
            </a:pPr>
            <a:r>
              <a:rPr lang="en-US" sz="1000" dirty="0">
                <a:solidFill>
                  <a:srgbClr val="9A9AA1"/>
                </a:solidFill>
                <a:latin typeface="Consolas" pitchFamily="34" charset="0"/>
                <a:ea typeface="Consolas" pitchFamily="34" charset="-122"/>
                <a:cs typeface="Consolas" pitchFamily="34" charset="-120"/>
              </a:rPr>
              <a:t>18:00</a:t>
            </a:r>
            <a:endParaRPr lang="en-US" sz="1000" dirty="0"/>
          </a:p>
        </p:txBody>
      </p:sp>
      <p:sp>
        <p:nvSpPr>
          <p:cNvPr id="36" name="Shape 34"/>
          <p:cNvSpPr/>
          <p:nvPr/>
        </p:nvSpPr>
        <p:spPr>
          <a:xfrm>
            <a:off x="10117667" y="3810000"/>
            <a:ext cx="0" cy="50800"/>
          </a:xfrm>
          <a:prstGeom prst="line">
            <a:avLst/>
          </a:prstGeom>
          <a:noFill/>
          <a:ln w="12700">
            <a:solidFill>
              <a:srgbClr val="9A9AA1"/>
            </a:solidFill>
            <a:prstDash val="solid"/>
          </a:ln>
        </p:spPr>
      </p:sp>
      <p:sp>
        <p:nvSpPr>
          <p:cNvPr id="37" name="Shape 35"/>
          <p:cNvSpPr/>
          <p:nvPr/>
        </p:nvSpPr>
        <p:spPr>
          <a:xfrm>
            <a:off x="10922000" y="3810000"/>
            <a:ext cx="0" cy="88900"/>
          </a:xfrm>
          <a:prstGeom prst="line">
            <a:avLst/>
          </a:prstGeom>
          <a:noFill/>
          <a:ln w="12700">
            <a:solidFill>
              <a:srgbClr val="9A9AA1"/>
            </a:solidFill>
            <a:prstDash val="solid"/>
          </a:ln>
        </p:spPr>
      </p:sp>
      <p:sp>
        <p:nvSpPr>
          <p:cNvPr id="38" name="Text 36"/>
          <p:cNvSpPr txBox="1"/>
          <p:nvPr/>
        </p:nvSpPr>
        <p:spPr>
          <a:xfrm>
            <a:off x="10668000" y="3937000"/>
            <a:ext cx="508000" cy="152400"/>
          </a:xfrm>
          <a:prstGeom prst="rect">
            <a:avLst/>
          </a:prstGeom>
          <a:noFill/>
          <a:ln/>
        </p:spPr>
        <p:txBody>
          <a:bodyPr wrap="square" lIns="0" tIns="0" rIns="0" bIns="0" rtlCol="0" anchor="t"/>
          <a:lstStyle/>
          <a:p>
            <a:pPr algn="ctr" indent="0" marL="0">
              <a:lnSpc>
                <a:spcPct val="112000"/>
              </a:lnSpc>
              <a:buNone/>
            </a:pPr>
            <a:r>
              <a:rPr lang="en-US" sz="1000" dirty="0">
                <a:solidFill>
                  <a:srgbClr val="9A9AA1"/>
                </a:solidFill>
                <a:latin typeface="Consolas" pitchFamily="34" charset="0"/>
                <a:ea typeface="Consolas" pitchFamily="34" charset="-122"/>
                <a:cs typeface="Consolas" pitchFamily="34" charset="-120"/>
              </a:rPr>
              <a:t>20:00</a:t>
            </a:r>
            <a:endParaRPr lang="en-US" sz="1000" dirty="0"/>
          </a:p>
        </p:txBody>
      </p:sp>
      <p:sp>
        <p:nvSpPr>
          <p:cNvPr id="39" name="Shape 37"/>
          <p:cNvSpPr/>
          <p:nvPr/>
        </p:nvSpPr>
        <p:spPr>
          <a:xfrm>
            <a:off x="3280833" y="4127500"/>
            <a:ext cx="1608667" cy="330200"/>
          </a:xfrm>
          <a:prstGeom prst="roundRect">
            <a:avLst>
              <a:gd name="adj" fmla="val 19231"/>
            </a:avLst>
          </a:prstGeom>
          <a:solidFill>
            <a:srgbClr val="EBEAE5"/>
          </a:solidFill>
          <a:ln w="19050">
            <a:solidFill>
              <a:srgbClr val="9A9AA1"/>
            </a:solidFill>
            <a:prstDash val="dash"/>
          </a:ln>
        </p:spPr>
      </p:sp>
      <p:sp>
        <p:nvSpPr>
          <p:cNvPr id="40" name="Text 38"/>
          <p:cNvSpPr txBox="1"/>
          <p:nvPr/>
        </p:nvSpPr>
        <p:spPr>
          <a:xfrm>
            <a:off x="3280833" y="4127500"/>
            <a:ext cx="1608667" cy="330200"/>
          </a:xfrm>
          <a:prstGeom prst="rect">
            <a:avLst/>
          </a:prstGeom>
          <a:noFill/>
          <a:ln/>
        </p:spPr>
        <p:txBody>
          <a:bodyPr wrap="square" lIns="0" tIns="0" rIns="0" bIns="0" rtlCol="0" anchor="ctr"/>
          <a:lstStyle/>
          <a:p>
            <a:pPr algn="ctr" indent="0" marL="0">
              <a:lnSpc>
                <a:spcPct val="112000"/>
              </a:lnSpc>
              <a:buNone/>
            </a:pPr>
            <a:r>
              <a:rPr lang="en-US" sz="1000" dirty="0">
                <a:solidFill>
                  <a:srgbClr val="62626A"/>
                </a:solidFill>
                <a:latin typeface="Consolas" pitchFamily="34" charset="0"/>
                <a:ea typeface="Consolas" pitchFamily="34" charset="-122"/>
                <a:cs typeface="Consolas" pitchFamily="34" charset="-120"/>
              </a:rPr>
              <a:t>✕ 10:30–12:30 clashes</a:t>
            </a:r>
            <a:endParaRPr lang="en-US" sz="1000" dirty="0"/>
          </a:p>
        </p:txBody>
      </p:sp>
      <p:sp>
        <p:nvSpPr>
          <p:cNvPr id="41" name="Shape 39"/>
          <p:cNvSpPr/>
          <p:nvPr/>
        </p:nvSpPr>
        <p:spPr>
          <a:xfrm>
            <a:off x="762000" y="5016500"/>
            <a:ext cx="3397250" cy="0"/>
          </a:xfrm>
          <a:prstGeom prst="line">
            <a:avLst/>
          </a:prstGeom>
          <a:noFill/>
          <a:ln w="12700">
            <a:solidFill>
              <a:srgbClr val="C9C9C4"/>
            </a:solidFill>
            <a:prstDash val="solid"/>
          </a:ln>
        </p:spPr>
      </p:sp>
      <p:sp>
        <p:nvSpPr>
          <p:cNvPr id="42" name="Text 40"/>
          <p:cNvSpPr txBox="1"/>
          <p:nvPr/>
        </p:nvSpPr>
        <p:spPr>
          <a:xfrm>
            <a:off x="762000" y="5156200"/>
            <a:ext cx="381000" cy="190500"/>
          </a:xfrm>
          <a:prstGeom prst="rect">
            <a:avLst/>
          </a:prstGeom>
          <a:noFill/>
          <a:ln/>
        </p:spPr>
        <p:txBody>
          <a:bodyPr wrap="square" lIns="0" tIns="0" rIns="0" bIns="0" rtlCol="0" anchor="t"/>
          <a:lstStyle/>
          <a:p>
            <a:pPr algn="l" indent="0" marL="0">
              <a:lnSpc>
                <a:spcPct val="112000"/>
              </a:lnSpc>
              <a:buNone/>
            </a:pPr>
            <a:r>
              <a:rPr lang="en-US" sz="1100" b="1" dirty="0">
                <a:solidFill>
                  <a:srgbClr val="8A6400"/>
                </a:solidFill>
                <a:latin typeface="Consolas" pitchFamily="34" charset="0"/>
                <a:ea typeface="Consolas" pitchFamily="34" charset="-122"/>
                <a:cs typeface="Consolas" pitchFamily="34" charset="-120"/>
              </a:rPr>
              <a:t>01</a:t>
            </a:r>
            <a:endParaRPr lang="en-US" sz="1100" dirty="0"/>
          </a:p>
        </p:txBody>
      </p:sp>
      <p:sp>
        <p:nvSpPr>
          <p:cNvPr id="43" name="Text 41"/>
          <p:cNvSpPr txBox="1"/>
          <p:nvPr/>
        </p:nvSpPr>
        <p:spPr>
          <a:xfrm>
            <a:off x="762000" y="5372100"/>
            <a:ext cx="3397250" cy="254000"/>
          </a:xfrm>
          <a:prstGeom prst="rect">
            <a:avLst/>
          </a:prstGeom>
          <a:noFill/>
          <a:ln/>
        </p:spPr>
        <p:txBody>
          <a:bodyPr wrap="square" lIns="0" tIns="0" rIns="0" bIns="0" rtlCol="0" anchor="t"/>
          <a:lstStyle/>
          <a:p>
            <a:pPr algn="l" indent="0" marL="0">
              <a:lnSpc>
                <a:spcPct val="112000"/>
              </a:lnSpc>
              <a:buNone/>
            </a:pPr>
            <a:r>
              <a:rPr lang="en-US" sz="2100" spc="-50" kern="0" dirty="0">
                <a:solidFill>
                  <a:srgbClr val="121214"/>
                </a:solidFill>
                <a:latin typeface="Segoe UI Semibold" pitchFamily="34" charset="0"/>
                <a:ea typeface="Segoe UI Semibold" pitchFamily="34" charset="-122"/>
                <a:cs typeface="Segoe UI Semibold" pitchFamily="34" charset="-120"/>
              </a:rPr>
              <a:t>Clashes are crossed out</a:t>
            </a:r>
            <a:endParaRPr lang="en-US" sz="2100" dirty="0"/>
          </a:p>
        </p:txBody>
      </p:sp>
      <p:sp>
        <p:nvSpPr>
          <p:cNvPr id="44" name="Text 42"/>
          <p:cNvSpPr txBox="1"/>
          <p:nvPr/>
        </p:nvSpPr>
        <p:spPr>
          <a:xfrm>
            <a:off x="762000" y="5676900"/>
            <a:ext cx="3397250" cy="635000"/>
          </a:xfrm>
          <a:prstGeom prst="rect">
            <a:avLst/>
          </a:prstGeom>
          <a:noFill/>
          <a:ln/>
        </p:spPr>
        <p:txBody>
          <a:bodyPr wrap="square" lIns="0" tIns="0" rIns="0" bIns="0" rtlCol="0" anchor="t"/>
          <a:lstStyle/>
          <a:p>
            <a:pPr algn="l" indent="0" marL="0">
              <a:lnSpc>
                <a:spcPct val="112000"/>
              </a:lnSpc>
              <a:buNone/>
            </a:pPr>
            <a:r>
              <a:rPr lang="en-US" sz="1400" dirty="0">
                <a:solidFill>
                  <a:srgbClr val="62626A"/>
                </a:solidFill>
                <a:latin typeface="Segoe UI" pitchFamily="34" charset="0"/>
                <a:ea typeface="Segoe UI" pitchFamily="34" charset="-122"/>
                <a:cs typeface="Segoe UI" pitchFamily="34" charset="-120"/>
              </a:rPr>
              <a:t>Times that overlap someone else's booking can't even be picked.</a:t>
            </a:r>
            <a:endParaRPr lang="en-US" sz="1400" dirty="0"/>
          </a:p>
        </p:txBody>
      </p:sp>
      <p:sp>
        <p:nvSpPr>
          <p:cNvPr id="45" name="Shape 43"/>
          <p:cNvSpPr/>
          <p:nvPr/>
        </p:nvSpPr>
        <p:spPr>
          <a:xfrm>
            <a:off x="4413250" y="5016500"/>
            <a:ext cx="3397250" cy="0"/>
          </a:xfrm>
          <a:prstGeom prst="line">
            <a:avLst/>
          </a:prstGeom>
          <a:noFill/>
          <a:ln w="12700">
            <a:solidFill>
              <a:srgbClr val="C9C9C4"/>
            </a:solidFill>
            <a:prstDash val="solid"/>
          </a:ln>
        </p:spPr>
      </p:sp>
      <p:sp>
        <p:nvSpPr>
          <p:cNvPr id="46" name="Text 44"/>
          <p:cNvSpPr txBox="1"/>
          <p:nvPr/>
        </p:nvSpPr>
        <p:spPr>
          <a:xfrm>
            <a:off x="4413250" y="5156200"/>
            <a:ext cx="381000" cy="190500"/>
          </a:xfrm>
          <a:prstGeom prst="rect">
            <a:avLst/>
          </a:prstGeom>
          <a:noFill/>
          <a:ln/>
        </p:spPr>
        <p:txBody>
          <a:bodyPr wrap="square" lIns="0" tIns="0" rIns="0" bIns="0" rtlCol="0" anchor="t"/>
          <a:lstStyle/>
          <a:p>
            <a:pPr algn="l" indent="0" marL="0">
              <a:lnSpc>
                <a:spcPct val="112000"/>
              </a:lnSpc>
              <a:buNone/>
            </a:pPr>
            <a:r>
              <a:rPr lang="en-US" sz="1100" b="1" dirty="0">
                <a:solidFill>
                  <a:srgbClr val="8A6400"/>
                </a:solidFill>
                <a:latin typeface="Consolas" pitchFamily="34" charset="0"/>
                <a:ea typeface="Consolas" pitchFamily="34" charset="-122"/>
                <a:cs typeface="Consolas" pitchFamily="34" charset="-120"/>
              </a:rPr>
              <a:t>02</a:t>
            </a:r>
            <a:endParaRPr lang="en-US" sz="1100" dirty="0"/>
          </a:p>
        </p:txBody>
      </p:sp>
      <p:sp>
        <p:nvSpPr>
          <p:cNvPr id="47" name="Text 45"/>
          <p:cNvSpPr txBox="1"/>
          <p:nvPr/>
        </p:nvSpPr>
        <p:spPr>
          <a:xfrm>
            <a:off x="4413250" y="5372100"/>
            <a:ext cx="3397250" cy="254000"/>
          </a:xfrm>
          <a:prstGeom prst="rect">
            <a:avLst/>
          </a:prstGeom>
          <a:noFill/>
          <a:ln/>
        </p:spPr>
        <p:txBody>
          <a:bodyPr wrap="square" lIns="0" tIns="0" rIns="0" bIns="0" rtlCol="0" anchor="t"/>
          <a:lstStyle/>
          <a:p>
            <a:pPr algn="l" indent="0" marL="0">
              <a:lnSpc>
                <a:spcPct val="112000"/>
              </a:lnSpc>
              <a:buNone/>
            </a:pPr>
            <a:r>
              <a:rPr lang="en-US" sz="2100" spc="-50" kern="0" dirty="0">
                <a:solidFill>
                  <a:srgbClr val="121214"/>
                </a:solidFill>
                <a:latin typeface="Segoe UI Semibold" pitchFamily="34" charset="0"/>
                <a:ea typeface="Segoe UI Semibold" pitchFamily="34" charset="-122"/>
                <a:cs typeface="Segoe UI Semibold" pitchFamily="34" charset="-120"/>
              </a:rPr>
              <a:t>15 minutes' grace</a:t>
            </a:r>
            <a:endParaRPr lang="en-US" sz="2100" dirty="0"/>
          </a:p>
        </p:txBody>
      </p:sp>
      <p:sp>
        <p:nvSpPr>
          <p:cNvPr id="48" name="Text 46"/>
          <p:cNvSpPr txBox="1"/>
          <p:nvPr/>
        </p:nvSpPr>
        <p:spPr>
          <a:xfrm>
            <a:off x="4413250" y="5676900"/>
            <a:ext cx="3397250" cy="635000"/>
          </a:xfrm>
          <a:prstGeom prst="rect">
            <a:avLst/>
          </a:prstGeom>
          <a:noFill/>
          <a:ln/>
        </p:spPr>
        <p:txBody>
          <a:bodyPr wrap="square" lIns="0" tIns="0" rIns="0" bIns="0" rtlCol="0" anchor="t"/>
          <a:lstStyle/>
          <a:p>
            <a:pPr algn="l" indent="0" marL="0">
              <a:lnSpc>
                <a:spcPct val="112000"/>
              </a:lnSpc>
              <a:buNone/>
            </a:pPr>
            <a:r>
              <a:rPr lang="en-US" sz="1400" dirty="0">
                <a:solidFill>
                  <a:srgbClr val="62626A"/>
                </a:solidFill>
                <a:latin typeface="Segoe UI" pitchFamily="34" charset="0"/>
                <a:ea typeface="Segoe UI" pitchFamily="34" charset="-122"/>
                <a:cs typeface="Segoe UI" pitchFamily="34" charset="-120"/>
              </a:rPr>
              <a:t>Running late? Your bay waits 15 minutes past your arrival time.</a:t>
            </a:r>
            <a:endParaRPr lang="en-US" sz="1400" dirty="0"/>
          </a:p>
        </p:txBody>
      </p:sp>
      <p:sp>
        <p:nvSpPr>
          <p:cNvPr id="49" name="Shape 47"/>
          <p:cNvSpPr/>
          <p:nvPr/>
        </p:nvSpPr>
        <p:spPr>
          <a:xfrm>
            <a:off x="8064500" y="5016500"/>
            <a:ext cx="3397250" cy="0"/>
          </a:xfrm>
          <a:prstGeom prst="line">
            <a:avLst/>
          </a:prstGeom>
          <a:noFill/>
          <a:ln w="12700">
            <a:solidFill>
              <a:srgbClr val="C9C9C4"/>
            </a:solidFill>
            <a:prstDash val="solid"/>
          </a:ln>
        </p:spPr>
      </p:sp>
      <p:sp>
        <p:nvSpPr>
          <p:cNvPr id="50" name="Text 48"/>
          <p:cNvSpPr txBox="1"/>
          <p:nvPr/>
        </p:nvSpPr>
        <p:spPr>
          <a:xfrm>
            <a:off x="8064500" y="5156200"/>
            <a:ext cx="381000" cy="190500"/>
          </a:xfrm>
          <a:prstGeom prst="rect">
            <a:avLst/>
          </a:prstGeom>
          <a:noFill/>
          <a:ln/>
        </p:spPr>
        <p:txBody>
          <a:bodyPr wrap="square" lIns="0" tIns="0" rIns="0" bIns="0" rtlCol="0" anchor="t"/>
          <a:lstStyle/>
          <a:p>
            <a:pPr algn="l" indent="0" marL="0">
              <a:lnSpc>
                <a:spcPct val="112000"/>
              </a:lnSpc>
              <a:buNone/>
            </a:pPr>
            <a:r>
              <a:rPr lang="en-US" sz="1100" b="1" dirty="0">
                <a:solidFill>
                  <a:srgbClr val="8A6400"/>
                </a:solidFill>
                <a:latin typeface="Consolas" pitchFamily="34" charset="0"/>
                <a:ea typeface="Consolas" pitchFamily="34" charset="-122"/>
                <a:cs typeface="Consolas" pitchFamily="34" charset="-120"/>
              </a:rPr>
              <a:t>03</a:t>
            </a:r>
            <a:endParaRPr lang="en-US" sz="1100" dirty="0"/>
          </a:p>
        </p:txBody>
      </p:sp>
      <p:sp>
        <p:nvSpPr>
          <p:cNvPr id="51" name="Text 49"/>
          <p:cNvSpPr txBox="1"/>
          <p:nvPr/>
        </p:nvSpPr>
        <p:spPr>
          <a:xfrm>
            <a:off x="8064500" y="5372100"/>
            <a:ext cx="3397250" cy="254000"/>
          </a:xfrm>
          <a:prstGeom prst="rect">
            <a:avLst/>
          </a:prstGeom>
          <a:noFill/>
          <a:ln/>
        </p:spPr>
        <p:txBody>
          <a:bodyPr wrap="square" lIns="0" tIns="0" rIns="0" bIns="0" rtlCol="0" anchor="t"/>
          <a:lstStyle/>
          <a:p>
            <a:pPr algn="l" indent="0" marL="0">
              <a:lnSpc>
                <a:spcPct val="112000"/>
              </a:lnSpc>
              <a:buNone/>
            </a:pPr>
            <a:r>
              <a:rPr lang="en-US" sz="2100" spc="-50" kern="0" dirty="0">
                <a:solidFill>
                  <a:srgbClr val="121214"/>
                </a:solidFill>
                <a:latin typeface="Segoe UI Semibold" pitchFamily="34" charset="0"/>
                <a:ea typeface="Segoe UI Semibold" pitchFamily="34" charset="-122"/>
                <a:cs typeface="Segoe UI Semibold" pitchFamily="34" charset="-120"/>
              </a:rPr>
              <a:t>A pass with a code</a:t>
            </a:r>
            <a:endParaRPr lang="en-US" sz="2100" dirty="0"/>
          </a:p>
        </p:txBody>
      </p:sp>
      <p:sp>
        <p:nvSpPr>
          <p:cNvPr id="52" name="Text 50"/>
          <p:cNvSpPr txBox="1"/>
          <p:nvPr/>
        </p:nvSpPr>
        <p:spPr>
          <a:xfrm>
            <a:off x="8064500" y="5676900"/>
            <a:ext cx="3397250" cy="635000"/>
          </a:xfrm>
          <a:prstGeom prst="rect">
            <a:avLst/>
          </a:prstGeom>
          <a:noFill/>
          <a:ln/>
        </p:spPr>
        <p:txBody>
          <a:bodyPr wrap="square" lIns="0" tIns="0" rIns="0" bIns="0" rtlCol="0" anchor="t"/>
          <a:lstStyle/>
          <a:p>
            <a:pPr algn="l" indent="0" marL="0">
              <a:lnSpc>
                <a:spcPct val="112000"/>
              </a:lnSpc>
              <a:buNone/>
            </a:pPr>
            <a:r>
              <a:rPr lang="en-US" sz="1400" dirty="0">
                <a:solidFill>
                  <a:srgbClr val="62626A"/>
                </a:solidFill>
                <a:latin typeface="Segoe UI" pitchFamily="34" charset="0"/>
                <a:ea typeface="Segoe UI" pitchFamily="34" charset="-122"/>
                <a:cs typeface="Segoe UI" pitchFamily="34" charset="-120"/>
              </a:rPr>
              <a:t>Show it at the gate. It survives a refresh and opens in any tab.</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count"/>
          <p:cNvSpPr txBox="1"/>
          <p:nvPr/>
        </p:nvSpPr>
        <p:spPr>
          <a:xfrm>
            <a:off x="10795000" y="215900"/>
            <a:ext cx="635000" cy="254000"/>
          </a:xfrm>
          <a:prstGeom prst="rect">
            <a:avLst/>
          </a:prstGeom>
          <a:noFill/>
          <a:ln/>
        </p:spPr>
        <p:txBody>
          <a:bodyPr wrap="square" lIns="0" tIns="0" rIns="0" bIns="0" rtlCol="0" anchor="ctr"/>
          <a:lstStyle/>
          <a:p>
            <a:pPr algn="r" indent="0" marL="0">
              <a:buNone/>
            </a:pPr>
            <a:r>
              <a:rPr lang="en-US" sz="1000" dirty="0">
                <a:solidFill>
                  <a:srgbClr val="F0F0F3"/>
                </a:solidFill>
                <a:latin typeface="Consolas" pitchFamily="34" charset="0"/>
                <a:ea typeface="Consolas" pitchFamily="34" charset="-122"/>
                <a:cs typeface="Consolas" pitchFamily="34" charset="-120"/>
              </a:rPr>
              <a:t>12</a:t>
            </a:r>
            <a:pPr algn="r" indent="0" marL="0">
              <a:buNone/>
            </a:pPr>
            <a:r>
              <a:rPr lang="en-US" sz="1000" dirty="0">
                <a:solidFill>
                  <a:srgbClr val="5E5E67"/>
                </a:solidFill>
                <a:latin typeface="Consolas" pitchFamily="34" charset="0"/>
                <a:ea typeface="Consolas" pitchFamily="34" charset="-122"/>
                <a:cs typeface="Consolas" pitchFamily="34" charset="-120"/>
              </a:rPr>
              <a:t> / 15</a:t>
            </a:r>
            <a:endParaRPr lang="en-US" sz="1000" dirty="0"/>
          </a:p>
        </p:txBody>
      </p:sp>
      <p:sp>
        <p:nvSpPr>
          <p:cNvPr id="3" name="!!dot"/>
          <p:cNvSpPr/>
          <p:nvPr/>
        </p:nvSpPr>
        <p:spPr>
          <a:xfrm>
            <a:off x="9231993" y="6546850"/>
            <a:ext cx="114300" cy="114300"/>
          </a:xfrm>
          <a:prstGeom prst="ellipse">
            <a:avLst/>
          </a:prstGeom>
          <a:solidFill>
            <a:srgbClr val="D9A91A"/>
          </a:solidFill>
          <a:ln w="38100">
            <a:solidFill>
              <a:srgbClr val="FFD75A"/>
            </a:solidFill>
            <a:prstDash val="solid"/>
          </a:ln>
        </p:spPr>
      </p:sp>
      <p:sp>
        <p:nvSpPr>
          <p:cNvPr id="4" name="!!tagpill"/>
          <p:cNvSpPr/>
          <p:nvPr/>
        </p:nvSpPr>
        <p:spPr>
          <a:xfrm>
            <a:off x="7797800" y="203200"/>
            <a:ext cx="2870200" cy="279400"/>
          </a:xfrm>
          <a:prstGeom prst="roundRect">
            <a:avLst>
              <a:gd name="adj" fmla="val 50000"/>
            </a:avLst>
          </a:prstGeom>
          <a:solidFill>
            <a:srgbClr val="060608"/>
          </a:solidFill>
          <a:ln w="12700">
            <a:solidFill>
              <a:srgbClr val="3A3A42"/>
            </a:solidFill>
            <a:prstDash val="solid"/>
          </a:ln>
        </p:spPr>
      </p:sp>
      <p:sp>
        <p:nvSpPr>
          <p:cNvPr id="5" name="!!tagdot"/>
          <p:cNvSpPr/>
          <p:nvPr/>
        </p:nvSpPr>
        <p:spPr>
          <a:xfrm>
            <a:off x="7912100" y="311150"/>
            <a:ext cx="63500" cy="63500"/>
          </a:xfrm>
          <a:prstGeom prst="ellipse">
            <a:avLst/>
          </a:prstGeom>
          <a:solidFill>
            <a:srgbClr val="FFD75A"/>
          </a:solidFill>
          <a:ln w="12700">
            <a:solidFill>
              <a:srgbClr val="FFD75A"/>
            </a:solidFill>
            <a:prstDash val="solid"/>
          </a:ln>
        </p:spPr>
      </p:sp>
      <p:sp>
        <p:nvSpPr>
          <p:cNvPr id="6" name="!!tagtext"/>
          <p:cNvSpPr txBox="1"/>
          <p:nvPr/>
        </p:nvSpPr>
        <p:spPr>
          <a:xfrm>
            <a:off x="8026400" y="203200"/>
            <a:ext cx="2616200" cy="279400"/>
          </a:xfrm>
          <a:prstGeom prst="rect">
            <a:avLst/>
          </a:prstGeom>
          <a:noFill/>
          <a:ln/>
        </p:spPr>
        <p:txBody>
          <a:bodyPr wrap="none" lIns="0" tIns="0" rIns="0" bIns="0" rtlCol="0" anchor="ctr"/>
          <a:lstStyle/>
          <a:p>
            <a:pPr indent="0" marL="0">
              <a:buNone/>
            </a:pPr>
            <a:r>
              <a:rPr lang="en-US" sz="900" b="1" dirty="0">
                <a:solidFill>
                  <a:srgbClr val="F0F0F3"/>
                </a:solidFill>
                <a:latin typeface="Consolas" pitchFamily="34" charset="0"/>
                <a:ea typeface="Consolas" pitchFamily="34" charset="-122"/>
                <a:cs typeface="Consolas" pitchFamily="34" charset="-120"/>
              </a:rPr>
              <a:t>Unique feature</a:t>
            </a:r>
            <a:pPr indent="0" marL="0">
              <a:buNone/>
            </a:pPr>
            <a:r>
              <a:rPr lang="en-US" sz="900" dirty="0">
                <a:solidFill>
                  <a:srgbClr val="B7B7BF"/>
                </a:solidFill>
                <a:latin typeface="Consolas" pitchFamily="34" charset="0"/>
                <a:ea typeface="Consolas" pitchFamily="34" charset="-122"/>
                <a:cs typeface="Consolas" pitchFamily="34" charset="-120"/>
              </a:rPr>
              <a:t>  ·  04 · Live and fair</a:t>
            </a:r>
            <a:endParaRPr lang="en-US" sz="900" dirty="0"/>
          </a:p>
        </p:txBody>
      </p:sp>
      <p:sp>
        <p:nvSpPr>
          <p:cNvPr id="7" name="Text 18"/>
          <p:cNvSpPr/>
          <p:nvPr>
            <p:ph idx="119" type="body" hasCustomPrompt="1"/>
          </p:nvPr>
        </p:nvSpPr>
        <p:spPr>
          <a:xfrm>
            <a:off x="762000" y="952500"/>
            <a:ext cx="7620000" cy="254000"/>
          </a:xfrm>
          <a:prstGeom prst="rect">
            <a:avLst/>
          </a:prstGeom>
          <a:noFill/>
          <a:ln/>
        </p:spPr>
        <p:txBody>
          <a:bodyPr wrap="square" lIns="0" tIns="0" rIns="0" bIns="0" rtlCol="0" anchor="ctr"/>
          <a:lstStyle/>
          <a:p>
            <a:pPr algn="l" indent="0" marL="0">
              <a:buNone/>
            </a:pPr>
            <a:r>
              <a:rPr lang="en-US" sz="1100" b="1" dirty="0">
                <a:solidFill>
                  <a:srgbClr val="F3CF6B"/>
                </a:solidFill>
                <a:latin typeface="Consolas" pitchFamily="34" charset="0"/>
                <a:ea typeface="Consolas" pitchFamily="34" charset="-122"/>
                <a:cs typeface="Consolas" pitchFamily="34" charset="-120"/>
              </a:rPr>
              <a:t>04</a:t>
            </a:r>
            <a:pPr algn="l" indent="0" marL="0">
              <a:buNone/>
            </a:pPr>
            <a:r>
              <a:rPr lang="en-US" sz="1100" dirty="0">
                <a:solidFill>
                  <a:srgbClr val="8A8A94"/>
                </a:solidFill>
                <a:latin typeface="Consolas" pitchFamily="34" charset="0"/>
                <a:ea typeface="Consolas" pitchFamily="34" charset="-122"/>
                <a:cs typeface="Consolas" pitchFamily="34" charset="-120"/>
              </a:rPr>
              <a:t>  ——  Live, no double-booking</a:t>
            </a:r>
            <a:endParaRPr lang="en-US" sz="1100" dirty="0"/>
          </a:p>
        </p:txBody>
      </p:sp>
      <p:sp>
        <p:nvSpPr>
          <p:cNvPr id="8" name="Text 18"/>
          <p:cNvSpPr/>
          <p:nvPr>
            <p:ph idx="120" type="title" hasCustomPrompt="1"/>
          </p:nvPr>
        </p:nvSpPr>
        <p:spPr>
          <a:xfrm>
            <a:off x="762000" y="1295400"/>
            <a:ext cx="10668000" cy="1460500"/>
          </a:xfrm>
          <a:prstGeom prst="rect">
            <a:avLst/>
          </a:prstGeom>
          <a:noFill/>
          <a:ln/>
        </p:spPr>
        <p:txBody>
          <a:bodyPr wrap="square" lIns="0" tIns="0" rIns="0" bIns="0" rtlCol="0" anchor="t"/>
          <a:lstStyle/>
          <a:p>
            <a:pPr algn="l" indent="0" marL="0">
              <a:lnSpc>
                <a:spcPct val="92000"/>
              </a:lnSpc>
              <a:buNone/>
            </a:pPr>
            <a:r>
              <a:rPr lang="en-US" sz="4400" spc="-160" kern="0" dirty="0">
                <a:solidFill>
                  <a:srgbClr val="F0F0F3"/>
                </a:solidFill>
                <a:latin typeface="Segoe UI Semibold" pitchFamily="34" charset="0"/>
                <a:ea typeface="Segoe UI Semibold" pitchFamily="34" charset="-122"/>
                <a:cs typeface="Segoe UI Semibold" pitchFamily="34" charset="-120"/>
              </a:rPr>
              <a:t>Two people tap one bay. Only one gets it.</a:t>
            </a:r>
            <a:endParaRPr lang="en-US" sz="4400" dirty="0"/>
          </a:p>
        </p:txBody>
      </p:sp>
      <p:sp>
        <p:nvSpPr>
          <p:cNvPr id="9" name="Shape 7"/>
          <p:cNvSpPr/>
          <p:nvPr/>
        </p:nvSpPr>
        <p:spPr>
          <a:xfrm>
            <a:off x="762000" y="2603500"/>
            <a:ext cx="2794000" cy="952500"/>
          </a:xfrm>
          <a:prstGeom prst="roundRect">
            <a:avLst>
              <a:gd name="adj" fmla="val 16000"/>
            </a:avLst>
          </a:prstGeom>
          <a:solidFill>
            <a:srgbClr val="101014"/>
          </a:solidFill>
          <a:ln w="12700">
            <a:solidFill>
              <a:srgbClr val="26262C"/>
            </a:solidFill>
            <a:prstDash val="solid"/>
          </a:ln>
          <a:effectLst>
            <a:outerShdw sx="100000" sy="100000" kx="0" ky="0" algn="bl" rotWithShape="0" blurRad="177800" dist="76200" dir="5400000">
              <a:srgbClr val="000000">
                <a:alpha val="50000"/>
              </a:srgbClr>
            </a:outerShdw>
          </a:effectLst>
        </p:spPr>
      </p:sp>
      <p:sp>
        <p:nvSpPr>
          <p:cNvPr id="10" name="Text 8"/>
          <p:cNvSpPr txBox="1"/>
          <p:nvPr/>
        </p:nvSpPr>
        <p:spPr>
          <a:xfrm>
            <a:off x="990600" y="2781300"/>
            <a:ext cx="2413000" cy="254000"/>
          </a:xfrm>
          <a:prstGeom prst="rect">
            <a:avLst/>
          </a:prstGeom>
          <a:noFill/>
          <a:ln/>
        </p:spPr>
        <p:txBody>
          <a:bodyPr wrap="square" lIns="0" tIns="0" rIns="0" bIns="0" rtlCol="0" anchor="t"/>
          <a:lstStyle/>
          <a:p>
            <a:pPr algn="l" indent="0" marL="0">
              <a:lnSpc>
                <a:spcPct val="112000"/>
              </a:lnSpc>
              <a:buNone/>
            </a:pPr>
            <a:r>
              <a:rPr lang="en-US" sz="2000" spc="-50" kern="0" dirty="0">
                <a:solidFill>
                  <a:srgbClr val="F0F0F3"/>
                </a:solidFill>
                <a:latin typeface="Segoe UI Semibold" pitchFamily="34" charset="0"/>
                <a:ea typeface="Segoe UI Semibold" pitchFamily="34" charset="-122"/>
                <a:cs typeface="Segoe UI Semibold" pitchFamily="34" charset="-120"/>
              </a:rPr>
              <a:t>You tap A-14</a:t>
            </a:r>
            <a:endParaRPr lang="en-US" sz="2000" dirty="0"/>
          </a:p>
        </p:txBody>
      </p:sp>
      <p:sp>
        <p:nvSpPr>
          <p:cNvPr id="11" name="Text 9"/>
          <p:cNvSpPr txBox="1"/>
          <p:nvPr/>
        </p:nvSpPr>
        <p:spPr>
          <a:xfrm>
            <a:off x="990600" y="3111500"/>
            <a:ext cx="2413000" cy="190500"/>
          </a:xfrm>
          <a:prstGeom prst="rect">
            <a:avLst/>
          </a:prstGeom>
          <a:noFill/>
          <a:ln/>
        </p:spPr>
        <p:txBody>
          <a:bodyPr wrap="square" lIns="0" tIns="0" rIns="0" bIns="0" rtlCol="0" anchor="t"/>
          <a:lstStyle/>
          <a:p>
            <a:pPr algn="l" indent="0" marL="0">
              <a:lnSpc>
                <a:spcPct val="112000"/>
              </a:lnSpc>
              <a:buNone/>
            </a:pPr>
            <a:r>
              <a:rPr lang="en-US" sz="1200" dirty="0">
                <a:solidFill>
                  <a:srgbClr val="8A8A94"/>
                </a:solidFill>
                <a:latin typeface="Consolas" pitchFamily="34" charset="0"/>
                <a:ea typeface="Consolas" pitchFamily="34" charset="-122"/>
                <a:cs typeface="Consolas" pitchFamily="34" charset="-120"/>
              </a:rPr>
              <a:t>10:01:02.4</a:t>
            </a:r>
            <a:endParaRPr lang="en-US" sz="1200" dirty="0"/>
          </a:p>
        </p:txBody>
      </p:sp>
      <p:sp>
        <p:nvSpPr>
          <p:cNvPr id="12" name="Shape 10"/>
          <p:cNvSpPr/>
          <p:nvPr/>
        </p:nvSpPr>
        <p:spPr>
          <a:xfrm>
            <a:off x="762000" y="3810000"/>
            <a:ext cx="2794000" cy="952500"/>
          </a:xfrm>
          <a:prstGeom prst="roundRect">
            <a:avLst>
              <a:gd name="adj" fmla="val 16000"/>
            </a:avLst>
          </a:prstGeom>
          <a:solidFill>
            <a:srgbClr val="101014"/>
          </a:solidFill>
          <a:ln w="12700">
            <a:solidFill>
              <a:srgbClr val="26262C"/>
            </a:solidFill>
            <a:prstDash val="solid"/>
          </a:ln>
          <a:effectLst>
            <a:outerShdw sx="100000" sy="100000" kx="0" ky="0" algn="bl" rotWithShape="0" blurRad="177800" dist="76200" dir="5400000">
              <a:srgbClr val="000000">
                <a:alpha val="50000"/>
              </a:srgbClr>
            </a:outerShdw>
          </a:effectLst>
        </p:spPr>
      </p:sp>
      <p:sp>
        <p:nvSpPr>
          <p:cNvPr id="13" name="Text 11"/>
          <p:cNvSpPr txBox="1"/>
          <p:nvPr/>
        </p:nvSpPr>
        <p:spPr>
          <a:xfrm>
            <a:off x="990600" y="3987800"/>
            <a:ext cx="2413000" cy="254000"/>
          </a:xfrm>
          <a:prstGeom prst="rect">
            <a:avLst/>
          </a:prstGeom>
          <a:noFill/>
          <a:ln/>
        </p:spPr>
        <p:txBody>
          <a:bodyPr wrap="square" lIns="0" tIns="0" rIns="0" bIns="0" rtlCol="0" anchor="t"/>
          <a:lstStyle/>
          <a:p>
            <a:pPr algn="l" indent="0" marL="0">
              <a:lnSpc>
                <a:spcPct val="112000"/>
              </a:lnSpc>
              <a:buNone/>
            </a:pPr>
            <a:r>
              <a:rPr lang="en-US" sz="2000" spc="-50" kern="0" dirty="0">
                <a:solidFill>
                  <a:srgbClr val="F0F0F3"/>
                </a:solidFill>
                <a:latin typeface="Segoe UI Semibold" pitchFamily="34" charset="0"/>
                <a:ea typeface="Segoe UI Semibold" pitchFamily="34" charset="-122"/>
                <a:cs typeface="Segoe UI Semibold" pitchFamily="34" charset="-120"/>
              </a:rPr>
              <a:t>Someone taps A-14</a:t>
            </a:r>
            <a:endParaRPr lang="en-US" sz="2000" dirty="0"/>
          </a:p>
        </p:txBody>
      </p:sp>
      <p:sp>
        <p:nvSpPr>
          <p:cNvPr id="14" name="Text 12"/>
          <p:cNvSpPr txBox="1"/>
          <p:nvPr/>
        </p:nvSpPr>
        <p:spPr>
          <a:xfrm>
            <a:off x="990600" y="4318000"/>
            <a:ext cx="2413000" cy="190500"/>
          </a:xfrm>
          <a:prstGeom prst="rect">
            <a:avLst/>
          </a:prstGeom>
          <a:noFill/>
          <a:ln/>
        </p:spPr>
        <p:txBody>
          <a:bodyPr wrap="square" lIns="0" tIns="0" rIns="0" bIns="0" rtlCol="0" anchor="t"/>
          <a:lstStyle/>
          <a:p>
            <a:pPr algn="l" indent="0" marL="0">
              <a:lnSpc>
                <a:spcPct val="112000"/>
              </a:lnSpc>
              <a:buNone/>
            </a:pPr>
            <a:r>
              <a:rPr lang="en-US" sz="1200" dirty="0">
                <a:solidFill>
                  <a:srgbClr val="8A8A94"/>
                </a:solidFill>
                <a:latin typeface="Consolas" pitchFamily="34" charset="0"/>
                <a:ea typeface="Consolas" pitchFamily="34" charset="-122"/>
                <a:cs typeface="Consolas" pitchFamily="34" charset="-120"/>
              </a:rPr>
              <a:t>10:01:02.7</a:t>
            </a:r>
            <a:endParaRPr lang="en-US" sz="1200" dirty="0"/>
          </a:p>
        </p:txBody>
      </p:sp>
      <p:sp>
        <p:nvSpPr>
          <p:cNvPr id="15" name="Shape 13"/>
          <p:cNvSpPr/>
          <p:nvPr/>
        </p:nvSpPr>
        <p:spPr>
          <a:xfrm>
            <a:off x="3619500" y="3079750"/>
            <a:ext cx="762000" cy="476250"/>
          </a:xfrm>
          <a:prstGeom prst="line">
            <a:avLst/>
          </a:prstGeom>
          <a:noFill/>
          <a:ln w="25400">
            <a:solidFill>
              <a:srgbClr val="5E5E67"/>
            </a:solidFill>
            <a:prstDash val="solid"/>
            <a:tailEnd type="triangle"/>
          </a:ln>
        </p:spPr>
      </p:sp>
      <p:sp>
        <p:nvSpPr>
          <p:cNvPr id="16" name="Shape 14"/>
          <p:cNvSpPr/>
          <p:nvPr/>
        </p:nvSpPr>
        <p:spPr>
          <a:xfrm flipV="1">
            <a:off x="3619500" y="3810000"/>
            <a:ext cx="762000" cy="476250"/>
          </a:xfrm>
          <a:prstGeom prst="line">
            <a:avLst/>
          </a:prstGeom>
          <a:noFill/>
          <a:ln w="25400">
            <a:solidFill>
              <a:srgbClr val="5E5E67"/>
            </a:solidFill>
            <a:prstDash val="solid"/>
            <a:tailEnd type="triangle"/>
          </a:ln>
        </p:spPr>
      </p:sp>
      <p:sp>
        <p:nvSpPr>
          <p:cNvPr id="17" name="Shape 15"/>
          <p:cNvSpPr/>
          <p:nvPr/>
        </p:nvSpPr>
        <p:spPr>
          <a:xfrm>
            <a:off x="4445000" y="2857500"/>
            <a:ext cx="2921000" cy="1651000"/>
          </a:xfrm>
          <a:prstGeom prst="roundRect">
            <a:avLst>
              <a:gd name="adj" fmla="val 9231"/>
            </a:avLst>
          </a:prstGeom>
          <a:solidFill>
            <a:srgbClr val="17171D"/>
          </a:solidFill>
          <a:ln w="12700">
            <a:solidFill>
              <a:srgbClr val="3A3A42"/>
            </a:solidFill>
            <a:prstDash val="solid"/>
          </a:ln>
          <a:effectLst>
            <a:outerShdw sx="100000" sy="100000" kx="0" ky="0" algn="bl" rotWithShape="0" blurRad="177800" dist="76200" dir="5400000">
              <a:srgbClr val="000000">
                <a:alpha val="50000"/>
              </a:srgbClr>
            </a:outerShdw>
          </a:effectLst>
        </p:spPr>
      </p:sp>
      <p:sp>
        <p:nvSpPr>
          <p:cNvPr id="18" name="Text 16"/>
          <p:cNvSpPr txBox="1"/>
          <p:nvPr/>
        </p:nvSpPr>
        <p:spPr>
          <a:xfrm>
            <a:off x="4673600" y="3035300"/>
            <a:ext cx="2413000" cy="152400"/>
          </a:xfrm>
          <a:prstGeom prst="rect">
            <a:avLst/>
          </a:prstGeom>
          <a:noFill/>
          <a:ln/>
        </p:spPr>
        <p:txBody>
          <a:bodyPr wrap="square" lIns="0" tIns="0" rIns="0" bIns="0" rtlCol="0" anchor="t"/>
          <a:lstStyle/>
          <a:p>
            <a:pPr algn="l" indent="0" marL="0">
              <a:lnSpc>
                <a:spcPct val="112000"/>
              </a:lnSpc>
              <a:buNone/>
            </a:pPr>
            <a:r>
              <a:rPr lang="en-US" sz="1000" spc="150" kern="0" dirty="0">
                <a:solidFill>
                  <a:srgbClr val="FFD75A"/>
                </a:solidFill>
                <a:latin typeface="Consolas" pitchFamily="34" charset="0"/>
                <a:ea typeface="Consolas" pitchFamily="34" charset="-122"/>
                <a:cs typeface="Consolas" pitchFamily="34" charset="-120"/>
              </a:rPr>
              <a:t>THE SERVER</a:t>
            </a:r>
            <a:endParaRPr lang="en-US" sz="1000" dirty="0"/>
          </a:p>
        </p:txBody>
      </p:sp>
      <p:sp>
        <p:nvSpPr>
          <p:cNvPr id="19" name="Text 17"/>
          <p:cNvSpPr txBox="1"/>
          <p:nvPr/>
        </p:nvSpPr>
        <p:spPr>
          <a:xfrm>
            <a:off x="4673600" y="3276600"/>
            <a:ext cx="2476500" cy="1143000"/>
          </a:xfrm>
          <a:prstGeom prst="rect">
            <a:avLst/>
          </a:prstGeom>
          <a:noFill/>
          <a:ln/>
        </p:spPr>
        <p:txBody>
          <a:bodyPr wrap="square" lIns="0" tIns="0" rIns="0" bIns="0" rtlCol="0" anchor="t"/>
          <a:lstStyle/>
          <a:p>
            <a:pPr algn="l" indent="0" marL="0">
              <a:lnSpc>
                <a:spcPct val="112000"/>
              </a:lnSpc>
              <a:buNone/>
            </a:pPr>
            <a:r>
              <a:rPr lang="en-US" sz="1500" dirty="0">
                <a:solidFill>
                  <a:srgbClr val="B7B7BF"/>
                </a:solidFill>
                <a:latin typeface="Segoe UI" pitchFamily="34" charset="0"/>
                <a:ea typeface="Segoe UI" pitchFamily="34" charset="-122"/>
                <a:cs typeface="Segoe UI" pitchFamily="34" charset="-120"/>
              </a:rPr>
              <a:t>Checks both in one locked step. The database itself refuses two bookings that overlap.</a:t>
            </a:r>
            <a:endParaRPr lang="en-US" sz="1500" dirty="0"/>
          </a:p>
        </p:txBody>
      </p:sp>
      <p:sp>
        <p:nvSpPr>
          <p:cNvPr id="20" name="Shape 18"/>
          <p:cNvSpPr/>
          <p:nvPr/>
        </p:nvSpPr>
        <p:spPr>
          <a:xfrm flipV="1">
            <a:off x="7429500" y="3048000"/>
            <a:ext cx="762000" cy="412750"/>
          </a:xfrm>
          <a:prstGeom prst="line">
            <a:avLst/>
          </a:prstGeom>
          <a:noFill/>
          <a:ln w="25400">
            <a:solidFill>
              <a:srgbClr val="5E5E67"/>
            </a:solidFill>
            <a:prstDash val="solid"/>
            <a:tailEnd type="triangle"/>
          </a:ln>
        </p:spPr>
      </p:sp>
      <p:sp>
        <p:nvSpPr>
          <p:cNvPr id="21" name="Shape 19"/>
          <p:cNvSpPr/>
          <p:nvPr/>
        </p:nvSpPr>
        <p:spPr>
          <a:xfrm>
            <a:off x="7429500" y="3905250"/>
            <a:ext cx="762000" cy="412750"/>
          </a:xfrm>
          <a:prstGeom prst="line">
            <a:avLst/>
          </a:prstGeom>
          <a:noFill/>
          <a:ln w="25400">
            <a:solidFill>
              <a:srgbClr val="5E5E67"/>
            </a:solidFill>
            <a:prstDash val="solid"/>
            <a:tailEnd type="triangle"/>
          </a:ln>
        </p:spPr>
      </p:sp>
      <p:sp>
        <p:nvSpPr>
          <p:cNvPr id="22" name="Shape 20"/>
          <p:cNvSpPr/>
          <p:nvPr/>
        </p:nvSpPr>
        <p:spPr>
          <a:xfrm>
            <a:off x="8255000" y="2730500"/>
            <a:ext cx="3175000" cy="635000"/>
          </a:xfrm>
          <a:prstGeom prst="roundRect">
            <a:avLst>
              <a:gd name="adj" fmla="val 50000"/>
            </a:avLst>
          </a:prstGeom>
          <a:solidFill>
            <a:srgbClr val="FFD75A"/>
          </a:solidFill>
          <a:ln w="12700">
            <a:solidFill>
              <a:srgbClr val="D9A91A"/>
            </a:solidFill>
            <a:prstDash val="solid"/>
          </a:ln>
        </p:spPr>
      </p:sp>
      <p:sp>
        <p:nvSpPr>
          <p:cNvPr id="23" name="Text 21"/>
          <p:cNvSpPr txBox="1"/>
          <p:nvPr/>
        </p:nvSpPr>
        <p:spPr>
          <a:xfrm>
            <a:off x="8255000" y="2730500"/>
            <a:ext cx="3175000" cy="635000"/>
          </a:xfrm>
          <a:prstGeom prst="rect">
            <a:avLst/>
          </a:prstGeom>
          <a:noFill/>
          <a:ln/>
        </p:spPr>
        <p:txBody>
          <a:bodyPr wrap="square" lIns="0" tIns="0" rIns="0" bIns="0" rtlCol="0" anchor="ctr"/>
          <a:lstStyle/>
          <a:p>
            <a:pPr algn="ctr" indent="0" marL="0">
              <a:lnSpc>
                <a:spcPct val="112000"/>
              </a:lnSpc>
              <a:buNone/>
            </a:pPr>
            <a:r>
              <a:rPr lang="en-US" sz="2000" dirty="0">
                <a:solidFill>
                  <a:srgbClr val="17170F"/>
                </a:solidFill>
                <a:latin typeface="Segoe UI Semibold" pitchFamily="34" charset="0"/>
                <a:ea typeface="Segoe UI Semibold" pitchFamily="34" charset="-122"/>
                <a:cs typeface="Segoe UI Semibold" pitchFamily="34" charset="-120"/>
              </a:rPr>
              <a:t>✓  A-14 is held for you</a:t>
            </a:r>
            <a:endParaRPr lang="en-US" sz="2000" dirty="0"/>
          </a:p>
        </p:txBody>
      </p:sp>
      <p:sp>
        <p:nvSpPr>
          <p:cNvPr id="24" name="Shape 22"/>
          <p:cNvSpPr/>
          <p:nvPr/>
        </p:nvSpPr>
        <p:spPr>
          <a:xfrm>
            <a:off x="8255000" y="4000500"/>
            <a:ext cx="3175000" cy="635000"/>
          </a:xfrm>
          <a:prstGeom prst="roundRect">
            <a:avLst>
              <a:gd name="adj" fmla="val 50000"/>
            </a:avLst>
          </a:prstGeom>
          <a:solidFill>
            <a:srgbClr val="101014"/>
          </a:solidFill>
          <a:ln w="12700">
            <a:solidFill>
              <a:srgbClr val="3A3A42"/>
            </a:solidFill>
            <a:prstDash val="solid"/>
          </a:ln>
        </p:spPr>
      </p:sp>
      <p:sp>
        <p:nvSpPr>
          <p:cNvPr id="25" name="Text 23"/>
          <p:cNvSpPr txBox="1"/>
          <p:nvPr/>
        </p:nvSpPr>
        <p:spPr>
          <a:xfrm>
            <a:off x="8255000" y="4000500"/>
            <a:ext cx="3175000" cy="635000"/>
          </a:xfrm>
          <a:prstGeom prst="rect">
            <a:avLst/>
          </a:prstGeom>
          <a:noFill/>
          <a:ln/>
        </p:spPr>
        <p:txBody>
          <a:bodyPr wrap="square" lIns="0" tIns="0" rIns="0" bIns="0" rtlCol="0" anchor="ctr"/>
          <a:lstStyle/>
          <a:p>
            <a:pPr algn="ctr" indent="0" marL="0">
              <a:lnSpc>
                <a:spcPct val="112000"/>
              </a:lnSpc>
              <a:buNone/>
            </a:pPr>
            <a:r>
              <a:rPr lang="en-US" sz="2000" dirty="0">
                <a:solidFill>
                  <a:srgbClr val="B7B7BF"/>
                </a:solidFill>
                <a:latin typeface="Segoe UI Semibold" pitchFamily="34" charset="0"/>
                <a:ea typeface="Segoe UI Semibold" pitchFamily="34" charset="-122"/>
                <a:cs typeface="Segoe UI Semibold" pitchFamily="34" charset="-120"/>
              </a:rPr>
              <a:t>✕  Just taken. Try A-15?</a:t>
            </a:r>
            <a:endParaRPr lang="en-US" sz="2000" dirty="0"/>
          </a:p>
        </p:txBody>
      </p:sp>
      <p:sp>
        <p:nvSpPr>
          <p:cNvPr id="26" name="Shape 24"/>
          <p:cNvSpPr/>
          <p:nvPr/>
        </p:nvSpPr>
        <p:spPr>
          <a:xfrm>
            <a:off x="762000" y="5080000"/>
            <a:ext cx="10668000" cy="0"/>
          </a:xfrm>
          <a:prstGeom prst="line">
            <a:avLst/>
          </a:prstGeom>
          <a:noFill/>
          <a:ln w="12700">
            <a:solidFill>
              <a:srgbClr val="3A3A42"/>
            </a:solidFill>
            <a:prstDash val="solid"/>
          </a:ln>
        </p:spPr>
      </p:sp>
      <p:sp>
        <p:nvSpPr>
          <p:cNvPr id="27" name="Text 25"/>
          <p:cNvSpPr txBox="1"/>
          <p:nvPr/>
        </p:nvSpPr>
        <p:spPr>
          <a:xfrm>
            <a:off x="762000" y="5257800"/>
            <a:ext cx="5715000" cy="165100"/>
          </a:xfrm>
          <a:prstGeom prst="rect">
            <a:avLst/>
          </a:prstGeom>
          <a:noFill/>
          <a:ln/>
        </p:spPr>
        <p:txBody>
          <a:bodyPr wrap="square" lIns="0" tIns="0" rIns="0" bIns="0" rtlCol="0" anchor="t"/>
          <a:lstStyle/>
          <a:p>
            <a:pPr algn="l" indent="0" marL="0">
              <a:lnSpc>
                <a:spcPct val="112000"/>
              </a:lnSpc>
              <a:buNone/>
            </a:pPr>
            <a:r>
              <a:rPr lang="en-US" sz="1000" spc="150" kern="0" dirty="0">
                <a:solidFill>
                  <a:srgbClr val="8A8A94"/>
                </a:solidFill>
                <a:latin typeface="Consolas" pitchFamily="34" charset="0"/>
                <a:ea typeface="Consolas" pitchFamily="34" charset="-122"/>
                <a:cs typeface="Consolas" pitchFamily="34" charset="-120"/>
              </a:rPr>
              <a:t>EVERY OPEN SCREEN UPDATES WITHIN A SECOND</a:t>
            </a:r>
            <a:endParaRPr lang="en-US" sz="1000" dirty="0"/>
          </a:p>
        </p:txBody>
      </p:sp>
      <p:sp>
        <p:nvSpPr>
          <p:cNvPr id="28" name="Shape 26"/>
          <p:cNvSpPr/>
          <p:nvPr/>
        </p:nvSpPr>
        <p:spPr>
          <a:xfrm>
            <a:off x="762000" y="5588000"/>
            <a:ext cx="590550" cy="292100"/>
          </a:xfrm>
          <a:prstGeom prst="roundRect">
            <a:avLst>
              <a:gd name="adj" fmla="val 50000"/>
            </a:avLst>
          </a:prstGeom>
          <a:solidFill>
            <a:srgbClr val="17171D"/>
          </a:solidFill>
          <a:ln w="12700">
            <a:solidFill>
              <a:srgbClr val="3A3A42"/>
            </a:solidFill>
            <a:prstDash val="solid"/>
          </a:ln>
        </p:spPr>
      </p:sp>
      <p:sp>
        <p:nvSpPr>
          <p:cNvPr id="29" name="Text 27"/>
          <p:cNvSpPr txBox="1"/>
          <p:nvPr/>
        </p:nvSpPr>
        <p:spPr>
          <a:xfrm>
            <a:off x="762000" y="5588000"/>
            <a:ext cx="590550" cy="292100"/>
          </a:xfrm>
          <a:prstGeom prst="rect">
            <a:avLst/>
          </a:prstGeom>
          <a:noFill/>
          <a:ln/>
        </p:spPr>
        <p:txBody>
          <a:bodyPr wrap="none" lIns="0" tIns="0" rIns="0" bIns="0" rtlCol="0" anchor="ctr"/>
          <a:lstStyle/>
          <a:p>
            <a:pPr algn="ctr" indent="0" marL="0">
              <a:buNone/>
            </a:pPr>
            <a:r>
              <a:rPr lang="en-US" sz="1300" dirty="0">
                <a:solidFill>
                  <a:srgbClr val="B7B7BF"/>
                </a:solidFill>
                <a:latin typeface="Segoe UI" pitchFamily="34" charset="0"/>
                <a:ea typeface="Segoe UI" pitchFamily="34" charset="-122"/>
                <a:cs typeface="Segoe UI" pitchFamily="34" charset="-120"/>
              </a:rPr>
              <a:t>Free</a:t>
            </a:r>
            <a:endParaRPr lang="en-US" sz="1300" dirty="0"/>
          </a:p>
        </p:txBody>
      </p:sp>
      <p:sp>
        <p:nvSpPr>
          <p:cNvPr id="30" name="Shape 28"/>
          <p:cNvSpPr/>
          <p:nvPr/>
        </p:nvSpPr>
        <p:spPr>
          <a:xfrm>
            <a:off x="1428750" y="5588000"/>
            <a:ext cx="762000" cy="292100"/>
          </a:xfrm>
          <a:prstGeom prst="roundRect">
            <a:avLst>
              <a:gd name="adj" fmla="val 50000"/>
            </a:avLst>
          </a:prstGeom>
          <a:solidFill>
            <a:srgbClr val="17171D"/>
          </a:solidFill>
          <a:ln w="12700">
            <a:solidFill>
              <a:srgbClr val="3A3A42"/>
            </a:solidFill>
            <a:prstDash val="solid"/>
          </a:ln>
        </p:spPr>
      </p:sp>
      <p:sp>
        <p:nvSpPr>
          <p:cNvPr id="31" name="Text 29"/>
          <p:cNvSpPr txBox="1"/>
          <p:nvPr/>
        </p:nvSpPr>
        <p:spPr>
          <a:xfrm>
            <a:off x="1428750" y="5588000"/>
            <a:ext cx="762000" cy="292100"/>
          </a:xfrm>
          <a:prstGeom prst="rect">
            <a:avLst/>
          </a:prstGeom>
          <a:noFill/>
          <a:ln/>
        </p:spPr>
        <p:txBody>
          <a:bodyPr wrap="none" lIns="0" tIns="0" rIns="0" bIns="0" rtlCol="0" anchor="ctr"/>
          <a:lstStyle/>
          <a:p>
            <a:pPr algn="ctr" indent="0" marL="0">
              <a:buNone/>
            </a:pPr>
            <a:r>
              <a:rPr lang="en-US" sz="1300" dirty="0">
                <a:solidFill>
                  <a:srgbClr val="B7B7BF"/>
                </a:solidFill>
                <a:latin typeface="Segoe UI" pitchFamily="34" charset="0"/>
                <a:ea typeface="Segoe UI" pitchFamily="34" charset="-122"/>
                <a:cs typeface="Segoe UI" pitchFamily="34" charset="-120"/>
              </a:rPr>
              <a:t>Booked</a:t>
            </a:r>
            <a:endParaRPr lang="en-US" sz="1300" dirty="0"/>
          </a:p>
        </p:txBody>
      </p:sp>
      <p:sp>
        <p:nvSpPr>
          <p:cNvPr id="32" name="Shape 30"/>
          <p:cNvSpPr/>
          <p:nvPr/>
        </p:nvSpPr>
        <p:spPr>
          <a:xfrm>
            <a:off x="2266950" y="5588000"/>
            <a:ext cx="1517650" cy="292100"/>
          </a:xfrm>
          <a:prstGeom prst="roundRect">
            <a:avLst>
              <a:gd name="adj" fmla="val 50000"/>
            </a:avLst>
          </a:prstGeom>
          <a:solidFill>
            <a:srgbClr val="17171D"/>
          </a:solidFill>
          <a:ln w="12700">
            <a:solidFill>
              <a:srgbClr val="3A3A42"/>
            </a:solidFill>
            <a:prstDash val="solid"/>
          </a:ln>
        </p:spPr>
      </p:sp>
      <p:sp>
        <p:nvSpPr>
          <p:cNvPr id="33" name="Text 31"/>
          <p:cNvSpPr txBox="1"/>
          <p:nvPr/>
        </p:nvSpPr>
        <p:spPr>
          <a:xfrm>
            <a:off x="2266950" y="5588000"/>
            <a:ext cx="1517650" cy="292100"/>
          </a:xfrm>
          <a:prstGeom prst="rect">
            <a:avLst/>
          </a:prstGeom>
          <a:noFill/>
          <a:ln/>
        </p:spPr>
        <p:txBody>
          <a:bodyPr wrap="none" lIns="0" tIns="0" rIns="0" bIns="0" rtlCol="0" anchor="ctr"/>
          <a:lstStyle/>
          <a:p>
            <a:pPr algn="ctr" indent="0" marL="0">
              <a:buNone/>
            </a:pPr>
            <a:r>
              <a:rPr lang="en-US" sz="1300" dirty="0">
                <a:solidFill>
                  <a:srgbClr val="B7B7BF"/>
                </a:solidFill>
                <a:latin typeface="Segoe UI" pitchFamily="34" charset="0"/>
                <a:ea typeface="Segoe UI" pitchFamily="34" charset="-122"/>
                <a:cs typeface="Segoe UI" pitchFamily="34" charset="-120"/>
              </a:rPr>
              <a:t>Ending ≤ 20 min</a:t>
            </a:r>
            <a:endParaRPr lang="en-US" sz="1300" dirty="0"/>
          </a:p>
        </p:txBody>
      </p:sp>
      <p:sp>
        <p:nvSpPr>
          <p:cNvPr id="34" name="Shape 32"/>
          <p:cNvSpPr/>
          <p:nvPr/>
        </p:nvSpPr>
        <p:spPr>
          <a:xfrm>
            <a:off x="3860800" y="5588000"/>
            <a:ext cx="927100" cy="292100"/>
          </a:xfrm>
          <a:prstGeom prst="roundRect">
            <a:avLst>
              <a:gd name="adj" fmla="val 50000"/>
            </a:avLst>
          </a:prstGeom>
          <a:solidFill>
            <a:srgbClr val="17171D"/>
          </a:solidFill>
          <a:ln w="12700">
            <a:solidFill>
              <a:srgbClr val="3A3A42"/>
            </a:solidFill>
            <a:prstDash val="solid"/>
          </a:ln>
        </p:spPr>
      </p:sp>
      <p:sp>
        <p:nvSpPr>
          <p:cNvPr id="35" name="Text 33"/>
          <p:cNvSpPr txBox="1"/>
          <p:nvPr/>
        </p:nvSpPr>
        <p:spPr>
          <a:xfrm>
            <a:off x="3860800" y="5588000"/>
            <a:ext cx="927100" cy="292100"/>
          </a:xfrm>
          <a:prstGeom prst="rect">
            <a:avLst/>
          </a:prstGeom>
          <a:noFill/>
          <a:ln/>
        </p:spPr>
        <p:txBody>
          <a:bodyPr wrap="none" lIns="0" tIns="0" rIns="0" bIns="0" rtlCol="0" anchor="ctr"/>
          <a:lstStyle/>
          <a:p>
            <a:pPr algn="ctr" indent="0" marL="0">
              <a:buNone/>
            </a:pPr>
            <a:r>
              <a:rPr lang="en-US" sz="1300" dirty="0">
                <a:solidFill>
                  <a:srgbClr val="B7B7BF"/>
                </a:solidFill>
                <a:latin typeface="Segoe UI" pitchFamily="34" charset="0"/>
                <a:ea typeface="Segoe UI" pitchFamily="34" charset="-122"/>
                <a:cs typeface="Segoe UI" pitchFamily="34" charset="-120"/>
              </a:rPr>
              <a:t>Reserved</a:t>
            </a:r>
            <a:endParaRPr lang="en-US" sz="1300" dirty="0"/>
          </a:p>
        </p:txBody>
      </p:sp>
      <p:sp>
        <p:nvSpPr>
          <p:cNvPr id="36" name="Shape 34"/>
          <p:cNvSpPr/>
          <p:nvPr/>
        </p:nvSpPr>
        <p:spPr>
          <a:xfrm>
            <a:off x="4864100" y="5588000"/>
            <a:ext cx="673100" cy="292100"/>
          </a:xfrm>
          <a:prstGeom prst="roundRect">
            <a:avLst>
              <a:gd name="adj" fmla="val 50000"/>
            </a:avLst>
          </a:prstGeom>
          <a:solidFill>
            <a:srgbClr val="FFD75A"/>
          </a:solidFill>
          <a:ln w="12700">
            <a:solidFill>
              <a:srgbClr val="D9A91A"/>
            </a:solidFill>
            <a:prstDash val="solid"/>
          </a:ln>
        </p:spPr>
      </p:sp>
      <p:sp>
        <p:nvSpPr>
          <p:cNvPr id="37" name="Text 35"/>
          <p:cNvSpPr txBox="1"/>
          <p:nvPr/>
        </p:nvSpPr>
        <p:spPr>
          <a:xfrm>
            <a:off x="4864100" y="5588000"/>
            <a:ext cx="673100" cy="292100"/>
          </a:xfrm>
          <a:prstGeom prst="rect">
            <a:avLst/>
          </a:prstGeom>
          <a:noFill/>
          <a:ln/>
        </p:spPr>
        <p:txBody>
          <a:bodyPr wrap="none" lIns="0" tIns="0" rIns="0" bIns="0" rtlCol="0" anchor="ctr"/>
          <a:lstStyle/>
          <a:p>
            <a:pPr algn="ctr" indent="0" marL="0">
              <a:buNone/>
            </a:pPr>
            <a:r>
              <a:rPr lang="en-US" sz="1300" b="1" dirty="0">
                <a:solidFill>
                  <a:srgbClr val="17170F"/>
                </a:solidFill>
                <a:latin typeface="Segoe UI" pitchFamily="34" charset="0"/>
                <a:ea typeface="Segoe UI" pitchFamily="34" charset="-122"/>
                <a:cs typeface="Segoe UI" pitchFamily="34" charset="-120"/>
              </a:rPr>
              <a:t>Yours</a:t>
            </a:r>
            <a:endParaRPr lang="en-US" sz="1300" dirty="0"/>
          </a:p>
        </p:txBody>
      </p:sp>
    </p:spTree>
  </p:cSld>
  <p:clrMapOvr>
    <a:masterClrMapping/>
  </p:clrMapOvr>
  <p:transition xmlns:p14="http://schemas.microsoft.com/office/powerpoint/2010/main" spd="slow" p14:dur="1100">
    <p:fade thruBlk="1"/>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count"/>
          <p:cNvSpPr txBox="1"/>
          <p:nvPr/>
        </p:nvSpPr>
        <p:spPr>
          <a:xfrm>
            <a:off x="10795000" y="215900"/>
            <a:ext cx="635000" cy="254000"/>
          </a:xfrm>
          <a:prstGeom prst="rect">
            <a:avLst/>
          </a:prstGeom>
          <a:noFill/>
          <a:ln/>
        </p:spPr>
        <p:txBody>
          <a:bodyPr wrap="square" lIns="0" tIns="0" rIns="0" bIns="0" rtlCol="0" anchor="ctr"/>
          <a:lstStyle/>
          <a:p>
            <a:pPr algn="r" indent="0" marL="0">
              <a:buNone/>
            </a:pPr>
            <a:r>
              <a:rPr lang="en-US" sz="1000" dirty="0">
                <a:solidFill>
                  <a:srgbClr val="121214"/>
                </a:solidFill>
                <a:latin typeface="Consolas" pitchFamily="34" charset="0"/>
                <a:ea typeface="Consolas" pitchFamily="34" charset="-122"/>
                <a:cs typeface="Consolas" pitchFamily="34" charset="-120"/>
              </a:rPr>
              <a:t>13</a:t>
            </a:r>
            <a:pPr algn="r" indent="0" marL="0">
              <a:buNone/>
            </a:pPr>
            <a:r>
              <a:rPr lang="en-US" sz="1000" dirty="0">
                <a:solidFill>
                  <a:srgbClr val="9A9AA1"/>
                </a:solidFill>
                <a:latin typeface="Consolas" pitchFamily="34" charset="0"/>
                <a:ea typeface="Consolas" pitchFamily="34" charset="-122"/>
                <a:cs typeface="Consolas" pitchFamily="34" charset="-120"/>
              </a:rPr>
              <a:t> / 15</a:t>
            </a:r>
            <a:endParaRPr lang="en-US" sz="1000" dirty="0"/>
          </a:p>
        </p:txBody>
      </p:sp>
      <p:sp>
        <p:nvSpPr>
          <p:cNvPr id="3" name="!!dot"/>
          <p:cNvSpPr/>
          <p:nvPr/>
        </p:nvSpPr>
        <p:spPr>
          <a:xfrm>
            <a:off x="10030279" y="6546850"/>
            <a:ext cx="114300" cy="114300"/>
          </a:xfrm>
          <a:prstGeom prst="ellipse">
            <a:avLst/>
          </a:prstGeom>
          <a:solidFill>
            <a:srgbClr val="D9A91A"/>
          </a:solidFill>
          <a:ln w="38100">
            <a:solidFill>
              <a:srgbClr val="FFD75A"/>
            </a:solidFill>
            <a:prstDash val="solid"/>
          </a:ln>
        </p:spPr>
      </p:sp>
      <p:sp>
        <p:nvSpPr>
          <p:cNvPr id="4" name="!!tagpill"/>
          <p:cNvSpPr/>
          <p:nvPr/>
        </p:nvSpPr>
        <p:spPr>
          <a:xfrm>
            <a:off x="7937500" y="203200"/>
            <a:ext cx="2730500" cy="279400"/>
          </a:xfrm>
          <a:prstGeom prst="roundRect">
            <a:avLst>
              <a:gd name="adj" fmla="val 50000"/>
            </a:avLst>
          </a:prstGeom>
          <a:solidFill>
            <a:srgbClr val="F4F4F1"/>
          </a:solidFill>
          <a:ln w="12700">
            <a:solidFill>
              <a:srgbClr val="C9C9C4"/>
            </a:solidFill>
            <a:prstDash val="solid"/>
          </a:ln>
        </p:spPr>
      </p:sp>
      <p:sp>
        <p:nvSpPr>
          <p:cNvPr id="5" name="!!tagdot"/>
          <p:cNvSpPr/>
          <p:nvPr/>
        </p:nvSpPr>
        <p:spPr>
          <a:xfrm>
            <a:off x="8051800" y="311150"/>
            <a:ext cx="63500" cy="63500"/>
          </a:xfrm>
          <a:prstGeom prst="ellipse">
            <a:avLst/>
          </a:prstGeom>
          <a:solidFill>
            <a:srgbClr val="FFD75A"/>
          </a:solidFill>
          <a:ln w="12700">
            <a:solidFill>
              <a:srgbClr val="FFD75A"/>
            </a:solidFill>
            <a:prstDash val="solid"/>
          </a:ln>
        </p:spPr>
      </p:sp>
      <p:sp>
        <p:nvSpPr>
          <p:cNvPr id="6" name="!!tagtext"/>
          <p:cNvSpPr txBox="1"/>
          <p:nvPr/>
        </p:nvSpPr>
        <p:spPr>
          <a:xfrm>
            <a:off x="8166100" y="203200"/>
            <a:ext cx="2476500" cy="279400"/>
          </a:xfrm>
          <a:prstGeom prst="rect">
            <a:avLst/>
          </a:prstGeom>
          <a:noFill/>
          <a:ln/>
        </p:spPr>
        <p:txBody>
          <a:bodyPr wrap="none" lIns="0" tIns="0" rIns="0" bIns="0" rtlCol="0" anchor="ctr"/>
          <a:lstStyle/>
          <a:p>
            <a:pPr indent="0" marL="0">
              <a:buNone/>
            </a:pPr>
            <a:r>
              <a:rPr lang="en-US" sz="900" b="1" dirty="0">
                <a:solidFill>
                  <a:srgbClr val="121214"/>
                </a:solidFill>
                <a:latin typeface="Consolas" pitchFamily="34" charset="0"/>
                <a:ea typeface="Consolas" pitchFamily="34" charset="-122"/>
                <a:cs typeface="Consolas" pitchFamily="34" charset="-120"/>
              </a:rPr>
              <a:t>Unique feature</a:t>
            </a:r>
            <a:pPr indent="0" marL="0">
              <a:buNone/>
            </a:pPr>
            <a:r>
              <a:rPr lang="en-US" sz="900" dirty="0">
                <a:solidFill>
                  <a:srgbClr val="3C3C42"/>
                </a:solidFill>
                <a:latin typeface="Consolas" pitchFamily="34" charset="0"/>
                <a:ea typeface="Consolas" pitchFamily="34" charset="-122"/>
                <a:cs typeface="Consolas" pitchFamily="34" charset="-120"/>
              </a:rPr>
              <a:t>  ·  05 · No hardware</a:t>
            </a:r>
            <a:endParaRPr lang="en-US" sz="900" dirty="0"/>
          </a:p>
        </p:txBody>
      </p:sp>
      <p:sp>
        <p:nvSpPr>
          <p:cNvPr id="7" name="Text 18"/>
          <p:cNvSpPr/>
          <p:nvPr>
            <p:ph idx="119" type="body" hasCustomPrompt="1"/>
          </p:nvPr>
        </p:nvSpPr>
        <p:spPr>
          <a:xfrm>
            <a:off x="762000" y="952500"/>
            <a:ext cx="7620000" cy="254000"/>
          </a:xfrm>
          <a:prstGeom prst="rect">
            <a:avLst/>
          </a:prstGeom>
          <a:noFill/>
          <a:ln/>
        </p:spPr>
        <p:txBody>
          <a:bodyPr wrap="square" lIns="0" tIns="0" rIns="0" bIns="0" rtlCol="0" anchor="ctr"/>
          <a:lstStyle/>
          <a:p>
            <a:pPr algn="l" indent="0" marL="0">
              <a:buNone/>
            </a:pPr>
            <a:r>
              <a:rPr lang="en-US" sz="1100" b="1" dirty="0">
                <a:solidFill>
                  <a:srgbClr val="8A6400"/>
                </a:solidFill>
                <a:latin typeface="Consolas" pitchFamily="34" charset="0"/>
                <a:ea typeface="Consolas" pitchFamily="34" charset="-122"/>
                <a:cs typeface="Consolas" pitchFamily="34" charset="-120"/>
              </a:rPr>
              <a:t>05</a:t>
            </a:r>
            <a:pPr algn="l" indent="0" marL="0">
              <a:buNone/>
            </a:pPr>
            <a:r>
              <a:rPr lang="en-US" sz="1100" dirty="0">
                <a:solidFill>
                  <a:srgbClr val="62626A"/>
                </a:solidFill>
                <a:latin typeface="Consolas" pitchFamily="34" charset="0"/>
                <a:ea typeface="Consolas" pitchFamily="34" charset="-122"/>
                <a:cs typeface="Consolas" pitchFamily="34" charset="-120"/>
              </a:rPr>
              <a:t>  ——  No hardware, any phone</a:t>
            </a:r>
            <a:endParaRPr lang="en-US" sz="1100" dirty="0"/>
          </a:p>
        </p:txBody>
      </p:sp>
      <p:sp>
        <p:nvSpPr>
          <p:cNvPr id="8" name="Text 18"/>
          <p:cNvSpPr/>
          <p:nvPr>
            <p:ph idx="120" type="title" hasCustomPrompt="1"/>
          </p:nvPr>
        </p:nvSpPr>
        <p:spPr>
          <a:xfrm>
            <a:off x="762000" y="1295400"/>
            <a:ext cx="10668000" cy="1460500"/>
          </a:xfrm>
          <a:prstGeom prst="rect">
            <a:avLst/>
          </a:prstGeom>
          <a:noFill/>
          <a:ln/>
        </p:spPr>
        <p:txBody>
          <a:bodyPr wrap="square" lIns="0" tIns="0" rIns="0" bIns="0" rtlCol="0" anchor="t"/>
          <a:lstStyle/>
          <a:p>
            <a:pPr algn="l" indent="0" marL="0">
              <a:lnSpc>
                <a:spcPct val="92000"/>
              </a:lnSpc>
              <a:buNone/>
            </a:pPr>
            <a:r>
              <a:rPr lang="en-US" sz="4400" spc="-160" kern="0" dirty="0">
                <a:solidFill>
                  <a:srgbClr val="121214"/>
                </a:solidFill>
                <a:latin typeface="Segoe UI Semibold" pitchFamily="34" charset="0"/>
                <a:ea typeface="Segoe UI Semibold" pitchFamily="34" charset="-122"/>
                <a:cs typeface="Segoe UI Semibold" pitchFamily="34" charset="-120"/>
              </a:rPr>
              <a:t>Nothing to install, anywhere.</a:t>
            </a:r>
            <a:endParaRPr lang="en-US" sz="4400" dirty="0"/>
          </a:p>
        </p:txBody>
      </p:sp>
      <p:sp>
        <p:nvSpPr>
          <p:cNvPr id="9" name="big0"/>
          <p:cNvSpPr/>
          <p:nvPr/>
        </p:nvSpPr>
        <p:spPr>
          <a:xfrm>
            <a:off x="762000" y="2413000"/>
            <a:ext cx="3397250" cy="2794000"/>
          </a:xfrm>
          <a:prstGeom prst="roundRect">
            <a:avLst>
              <a:gd name="adj" fmla="val 5455"/>
            </a:avLst>
          </a:prstGeom>
          <a:solidFill>
            <a:srgbClr val="F8F8F6"/>
          </a:solidFill>
          <a:ln w="12700">
            <a:solidFill>
              <a:srgbClr val="DCDBD6"/>
            </a:solidFill>
            <a:prstDash val="solid"/>
          </a:ln>
          <a:effectLst>
            <a:outerShdw sx="100000" sy="100000" kx="0" ky="0" algn="bl" rotWithShape="0" blurRad="177800" dist="76200" dir="5400000">
              <a:srgbClr val="000000">
                <a:alpha val="10000"/>
              </a:srgbClr>
            </a:outerShdw>
          </a:effectLst>
        </p:spPr>
      </p:sp>
      <p:sp>
        <p:nvSpPr>
          <p:cNvPr id="10" name="Text 8"/>
          <p:cNvSpPr txBox="1"/>
          <p:nvPr/>
        </p:nvSpPr>
        <p:spPr>
          <a:xfrm>
            <a:off x="1016000" y="2540000"/>
            <a:ext cx="2921000" cy="1333500"/>
          </a:xfrm>
          <a:prstGeom prst="rect">
            <a:avLst/>
          </a:prstGeom>
          <a:noFill/>
          <a:ln/>
        </p:spPr>
        <p:txBody>
          <a:bodyPr wrap="square" lIns="0" tIns="0" rIns="0" bIns="0" rtlCol="0" anchor="b"/>
          <a:lstStyle/>
          <a:p>
            <a:pPr algn="l" indent="0" marL="0">
              <a:lnSpc>
                <a:spcPct val="85000"/>
              </a:lnSpc>
              <a:buNone/>
            </a:pPr>
            <a:r>
              <a:rPr lang="en-US" sz="9600" spc="-500" kern="0" dirty="0">
                <a:solidFill>
                  <a:srgbClr val="8A6400"/>
                </a:solidFill>
                <a:latin typeface="Segoe UI Semibold" pitchFamily="34" charset="0"/>
                <a:ea typeface="Segoe UI Semibold" pitchFamily="34" charset="-122"/>
                <a:cs typeface="Segoe UI Semibold" pitchFamily="34" charset="-120"/>
              </a:rPr>
              <a:t>0</a:t>
            </a:r>
            <a:endParaRPr lang="en-US" sz="9600" dirty="0"/>
          </a:p>
        </p:txBody>
      </p:sp>
      <p:sp>
        <p:nvSpPr>
          <p:cNvPr id="11" name="Text 9"/>
          <p:cNvSpPr txBox="1"/>
          <p:nvPr/>
        </p:nvSpPr>
        <p:spPr>
          <a:xfrm>
            <a:off x="1016000" y="4102100"/>
            <a:ext cx="2921000" cy="254000"/>
          </a:xfrm>
          <a:prstGeom prst="rect">
            <a:avLst/>
          </a:prstGeom>
          <a:noFill/>
          <a:ln/>
        </p:spPr>
        <p:txBody>
          <a:bodyPr wrap="square" lIns="0" tIns="0" rIns="0" bIns="0" rtlCol="0" anchor="t"/>
          <a:lstStyle/>
          <a:p>
            <a:pPr algn="l" indent="0" marL="0">
              <a:lnSpc>
                <a:spcPct val="112000"/>
              </a:lnSpc>
              <a:buNone/>
            </a:pPr>
            <a:r>
              <a:rPr lang="en-US" sz="2200" spc="-50" kern="0" dirty="0">
                <a:solidFill>
                  <a:srgbClr val="121214"/>
                </a:solidFill>
                <a:latin typeface="Segoe UI Semibold" pitchFamily="34" charset="0"/>
                <a:ea typeface="Segoe UI Semibold" pitchFamily="34" charset="-122"/>
                <a:cs typeface="Segoe UI Semibold" pitchFamily="34" charset="-120"/>
              </a:rPr>
              <a:t>sensors or cameras</a:t>
            </a:r>
            <a:endParaRPr lang="en-US" sz="2200" dirty="0"/>
          </a:p>
        </p:txBody>
      </p:sp>
      <p:sp>
        <p:nvSpPr>
          <p:cNvPr id="12" name="Text 10"/>
          <p:cNvSpPr txBox="1"/>
          <p:nvPr/>
        </p:nvSpPr>
        <p:spPr>
          <a:xfrm>
            <a:off x="1016000" y="4445000"/>
            <a:ext cx="2921000" cy="698500"/>
          </a:xfrm>
          <a:prstGeom prst="rect">
            <a:avLst/>
          </a:prstGeom>
          <a:noFill/>
          <a:ln/>
        </p:spPr>
        <p:txBody>
          <a:bodyPr wrap="square" lIns="0" tIns="0" rIns="0" bIns="0" rtlCol="0" anchor="t"/>
          <a:lstStyle/>
          <a:p>
            <a:pPr algn="l" indent="0" marL="0">
              <a:lnSpc>
                <a:spcPct val="112000"/>
              </a:lnSpc>
              <a:buNone/>
            </a:pPr>
            <a:r>
              <a:rPr lang="en-US" sz="1400" dirty="0">
                <a:solidFill>
                  <a:srgbClr val="62626A"/>
                </a:solidFill>
                <a:latin typeface="Segoe UI" pitchFamily="34" charset="0"/>
                <a:ea typeface="Segoe UI" pitchFamily="34" charset="-122"/>
                <a:cs typeface="Segoe UI" pitchFamily="34" charset="-120"/>
              </a:rPr>
              <a:t>Nothing gets dug into the lot. The plan and the bookings do the work.</a:t>
            </a:r>
            <a:endParaRPr lang="en-US" sz="1400" dirty="0"/>
          </a:p>
        </p:txBody>
      </p:sp>
      <p:sp>
        <p:nvSpPr>
          <p:cNvPr id="13" name="big1"/>
          <p:cNvSpPr/>
          <p:nvPr/>
        </p:nvSpPr>
        <p:spPr>
          <a:xfrm>
            <a:off x="4413250" y="2413000"/>
            <a:ext cx="3397250" cy="2794000"/>
          </a:xfrm>
          <a:prstGeom prst="roundRect">
            <a:avLst>
              <a:gd name="adj" fmla="val 5455"/>
            </a:avLst>
          </a:prstGeom>
          <a:solidFill>
            <a:srgbClr val="F8F8F6"/>
          </a:solidFill>
          <a:ln w="12700">
            <a:solidFill>
              <a:srgbClr val="DCDBD6"/>
            </a:solidFill>
            <a:prstDash val="solid"/>
          </a:ln>
          <a:effectLst>
            <a:outerShdw sx="100000" sy="100000" kx="0" ky="0" algn="bl" rotWithShape="0" blurRad="177800" dist="76200" dir="5400000">
              <a:srgbClr val="000000">
                <a:alpha val="10000"/>
              </a:srgbClr>
            </a:outerShdw>
          </a:effectLst>
        </p:spPr>
      </p:sp>
      <p:sp>
        <p:nvSpPr>
          <p:cNvPr id="14" name="Text 12"/>
          <p:cNvSpPr txBox="1"/>
          <p:nvPr/>
        </p:nvSpPr>
        <p:spPr>
          <a:xfrm>
            <a:off x="4667250" y="2540000"/>
            <a:ext cx="2921000" cy="1333500"/>
          </a:xfrm>
          <a:prstGeom prst="rect">
            <a:avLst/>
          </a:prstGeom>
          <a:noFill/>
          <a:ln/>
        </p:spPr>
        <p:txBody>
          <a:bodyPr wrap="square" lIns="0" tIns="0" rIns="0" bIns="0" rtlCol="0" anchor="b"/>
          <a:lstStyle/>
          <a:p>
            <a:pPr algn="l" indent="0" marL="0">
              <a:lnSpc>
                <a:spcPct val="85000"/>
              </a:lnSpc>
              <a:buNone/>
            </a:pPr>
            <a:r>
              <a:rPr lang="en-US" sz="9600" spc="-500" kern="0" dirty="0">
                <a:solidFill>
                  <a:srgbClr val="121214"/>
                </a:solidFill>
                <a:latin typeface="Segoe UI Semibold" pitchFamily="34" charset="0"/>
                <a:ea typeface="Segoe UI Semibold" pitchFamily="34" charset="-122"/>
                <a:cs typeface="Segoe UI Semibold" pitchFamily="34" charset="-120"/>
              </a:rPr>
              <a:t>1</a:t>
            </a:r>
            <a:endParaRPr lang="en-US" sz="9600" dirty="0"/>
          </a:p>
        </p:txBody>
      </p:sp>
      <p:sp>
        <p:nvSpPr>
          <p:cNvPr id="15" name="Text 13"/>
          <p:cNvSpPr txBox="1"/>
          <p:nvPr/>
        </p:nvSpPr>
        <p:spPr>
          <a:xfrm>
            <a:off x="4667250" y="4102100"/>
            <a:ext cx="2921000" cy="254000"/>
          </a:xfrm>
          <a:prstGeom prst="rect">
            <a:avLst/>
          </a:prstGeom>
          <a:noFill/>
          <a:ln/>
        </p:spPr>
        <p:txBody>
          <a:bodyPr wrap="square" lIns="0" tIns="0" rIns="0" bIns="0" rtlCol="0" anchor="t"/>
          <a:lstStyle/>
          <a:p>
            <a:pPr algn="l" indent="0" marL="0">
              <a:lnSpc>
                <a:spcPct val="112000"/>
              </a:lnSpc>
              <a:buNone/>
            </a:pPr>
            <a:r>
              <a:rPr lang="en-US" sz="2200" spc="-50" kern="0" dirty="0">
                <a:solidFill>
                  <a:srgbClr val="121214"/>
                </a:solidFill>
                <a:latin typeface="Segoe UI Semibold" pitchFamily="34" charset="0"/>
                <a:ea typeface="Segoe UI Semibold" pitchFamily="34" charset="-122"/>
                <a:cs typeface="Segoe UI Semibold" pitchFamily="34" charset="-120"/>
              </a:rPr>
              <a:t>Python file</a:t>
            </a:r>
            <a:endParaRPr lang="en-US" sz="2200" dirty="0"/>
          </a:p>
        </p:txBody>
      </p:sp>
      <p:sp>
        <p:nvSpPr>
          <p:cNvPr id="16" name="Text 14"/>
          <p:cNvSpPr txBox="1"/>
          <p:nvPr/>
        </p:nvSpPr>
        <p:spPr>
          <a:xfrm>
            <a:off x="4667250" y="4445000"/>
            <a:ext cx="2921000" cy="698500"/>
          </a:xfrm>
          <a:prstGeom prst="rect">
            <a:avLst/>
          </a:prstGeom>
          <a:noFill/>
          <a:ln/>
        </p:spPr>
        <p:txBody>
          <a:bodyPr wrap="square" lIns="0" tIns="0" rIns="0" bIns="0" rtlCol="0" anchor="t"/>
          <a:lstStyle/>
          <a:p>
            <a:pPr algn="l" indent="0" marL="0">
              <a:lnSpc>
                <a:spcPct val="112000"/>
              </a:lnSpc>
              <a:buNone/>
            </a:pPr>
            <a:r>
              <a:rPr lang="en-US" sz="1400" dirty="0">
                <a:solidFill>
                  <a:srgbClr val="62626A"/>
                </a:solidFill>
                <a:latin typeface="Segoe UI" pitchFamily="34" charset="0"/>
                <a:ea typeface="Segoe UI" pitchFamily="34" charset="-122"/>
                <a:cs typeface="Segoe UI" pitchFamily="34" charset="-120"/>
              </a:rPr>
              <a:t>The whole server is one file with nothing to install. It runs on a laptop.</a:t>
            </a:r>
            <a:endParaRPr lang="en-US" sz="1400" dirty="0"/>
          </a:p>
        </p:txBody>
      </p:sp>
      <p:sp>
        <p:nvSpPr>
          <p:cNvPr id="17" name="big2"/>
          <p:cNvSpPr/>
          <p:nvPr/>
        </p:nvSpPr>
        <p:spPr>
          <a:xfrm>
            <a:off x="8064500" y="2413000"/>
            <a:ext cx="3397250" cy="2794000"/>
          </a:xfrm>
          <a:prstGeom prst="roundRect">
            <a:avLst>
              <a:gd name="adj" fmla="val 5455"/>
            </a:avLst>
          </a:prstGeom>
          <a:solidFill>
            <a:srgbClr val="F8F8F6"/>
          </a:solidFill>
          <a:ln w="12700">
            <a:solidFill>
              <a:srgbClr val="DCDBD6"/>
            </a:solidFill>
            <a:prstDash val="solid"/>
          </a:ln>
          <a:effectLst>
            <a:outerShdw sx="100000" sy="100000" kx="0" ky="0" algn="bl" rotWithShape="0" blurRad="177800" dist="76200" dir="5400000">
              <a:srgbClr val="000000">
                <a:alpha val="10000"/>
              </a:srgbClr>
            </a:outerShdw>
          </a:effectLst>
        </p:spPr>
      </p:sp>
      <p:sp>
        <p:nvSpPr>
          <p:cNvPr id="18" name="Text 16"/>
          <p:cNvSpPr txBox="1"/>
          <p:nvPr/>
        </p:nvSpPr>
        <p:spPr>
          <a:xfrm>
            <a:off x="8318500" y="2540000"/>
            <a:ext cx="2921000" cy="1333500"/>
          </a:xfrm>
          <a:prstGeom prst="rect">
            <a:avLst/>
          </a:prstGeom>
          <a:noFill/>
          <a:ln/>
        </p:spPr>
        <p:txBody>
          <a:bodyPr wrap="square" lIns="0" tIns="0" rIns="0" bIns="0" rtlCol="0" anchor="b"/>
          <a:lstStyle/>
          <a:p>
            <a:pPr algn="l" indent="0" marL="0">
              <a:lnSpc>
                <a:spcPct val="85000"/>
              </a:lnSpc>
              <a:buNone/>
            </a:pPr>
            <a:r>
              <a:rPr lang="en-US" sz="9600" spc="-500" kern="0" dirty="0">
                <a:solidFill>
                  <a:srgbClr val="121214"/>
                </a:solidFill>
                <a:latin typeface="Segoe UI Semibold" pitchFamily="34" charset="0"/>
                <a:ea typeface="Segoe UI Semibold" pitchFamily="34" charset="-122"/>
                <a:cs typeface="Segoe UI Semibold" pitchFamily="34" charset="-120"/>
              </a:rPr>
              <a:t>Any</a:t>
            </a:r>
            <a:endParaRPr lang="en-US" sz="9600" dirty="0"/>
          </a:p>
        </p:txBody>
      </p:sp>
      <p:sp>
        <p:nvSpPr>
          <p:cNvPr id="19" name="Text 17"/>
          <p:cNvSpPr txBox="1"/>
          <p:nvPr/>
        </p:nvSpPr>
        <p:spPr>
          <a:xfrm>
            <a:off x="8318500" y="4102100"/>
            <a:ext cx="2921000" cy="254000"/>
          </a:xfrm>
          <a:prstGeom prst="rect">
            <a:avLst/>
          </a:prstGeom>
          <a:noFill/>
          <a:ln/>
        </p:spPr>
        <p:txBody>
          <a:bodyPr wrap="square" lIns="0" tIns="0" rIns="0" bIns="0" rtlCol="0" anchor="t"/>
          <a:lstStyle/>
          <a:p>
            <a:pPr algn="l" indent="0" marL="0">
              <a:lnSpc>
                <a:spcPct val="112000"/>
              </a:lnSpc>
              <a:buNone/>
            </a:pPr>
            <a:r>
              <a:rPr lang="en-US" sz="2200" spc="-50" kern="0" dirty="0">
                <a:solidFill>
                  <a:srgbClr val="121214"/>
                </a:solidFill>
                <a:latin typeface="Segoe UI Semibold" pitchFamily="34" charset="0"/>
                <a:ea typeface="Segoe UI Semibold" pitchFamily="34" charset="-122"/>
                <a:cs typeface="Segoe UI Semibold" pitchFamily="34" charset="-120"/>
              </a:rPr>
              <a:t>phone browser</a:t>
            </a:r>
            <a:endParaRPr lang="en-US" sz="2200" dirty="0"/>
          </a:p>
        </p:txBody>
      </p:sp>
      <p:sp>
        <p:nvSpPr>
          <p:cNvPr id="20" name="Text 18"/>
          <p:cNvSpPr txBox="1"/>
          <p:nvPr/>
        </p:nvSpPr>
        <p:spPr>
          <a:xfrm>
            <a:off x="8318500" y="4445000"/>
            <a:ext cx="2921000" cy="698500"/>
          </a:xfrm>
          <a:prstGeom prst="rect">
            <a:avLst/>
          </a:prstGeom>
          <a:noFill/>
          <a:ln/>
        </p:spPr>
        <p:txBody>
          <a:bodyPr wrap="square" lIns="0" tIns="0" rIns="0" bIns="0" rtlCol="0" anchor="t"/>
          <a:lstStyle/>
          <a:p>
            <a:pPr algn="l" indent="0" marL="0">
              <a:lnSpc>
                <a:spcPct val="112000"/>
              </a:lnSpc>
              <a:buNone/>
            </a:pPr>
            <a:r>
              <a:rPr lang="en-US" sz="1400" dirty="0">
                <a:solidFill>
                  <a:srgbClr val="62626A"/>
                </a:solidFill>
                <a:latin typeface="Segoe UI" pitchFamily="34" charset="0"/>
                <a:ea typeface="Segoe UI" pitchFamily="34" charset="-122"/>
                <a:cs typeface="Segoe UI" pitchFamily="34" charset="-120"/>
              </a:rPr>
              <a:t>No app download and no sign-up. Open the link and pick a bay.</a:t>
            </a:r>
            <a:endParaRPr lang="en-US" sz="1400" dirty="0"/>
          </a:p>
        </p:txBody>
      </p:sp>
      <p:sp>
        <p:nvSpPr>
          <p:cNvPr id="21" name="Text 19"/>
          <p:cNvSpPr txBox="1"/>
          <p:nvPr/>
        </p:nvSpPr>
        <p:spPr>
          <a:xfrm>
            <a:off x="762000" y="5473700"/>
            <a:ext cx="5715000" cy="165100"/>
          </a:xfrm>
          <a:prstGeom prst="rect">
            <a:avLst/>
          </a:prstGeom>
          <a:noFill/>
          <a:ln/>
        </p:spPr>
        <p:txBody>
          <a:bodyPr wrap="square" lIns="0" tIns="0" rIns="0" bIns="0" rtlCol="0" anchor="t"/>
          <a:lstStyle/>
          <a:p>
            <a:pPr algn="l" indent="0" marL="0">
              <a:lnSpc>
                <a:spcPct val="112000"/>
              </a:lnSpc>
              <a:buNone/>
            </a:pPr>
            <a:r>
              <a:rPr lang="en-US" sz="1000" spc="150" kern="0" dirty="0">
                <a:solidFill>
                  <a:srgbClr val="9A9AA1"/>
                </a:solidFill>
                <a:latin typeface="Consolas" pitchFamily="34" charset="0"/>
                <a:ea typeface="Consolas" pitchFamily="34" charset="-122"/>
                <a:cs typeface="Consolas" pitchFamily="34" charset="-120"/>
              </a:rPr>
              <a:t>AND A FEW THINGS YOU NOTICE</a:t>
            </a:r>
            <a:endParaRPr lang="en-US" sz="1000" dirty="0"/>
          </a:p>
        </p:txBody>
      </p:sp>
      <p:sp>
        <p:nvSpPr>
          <p:cNvPr id="22" name="Shape 20"/>
          <p:cNvSpPr/>
          <p:nvPr/>
        </p:nvSpPr>
        <p:spPr>
          <a:xfrm>
            <a:off x="762000" y="5765800"/>
            <a:ext cx="2019300" cy="292100"/>
          </a:xfrm>
          <a:prstGeom prst="roundRect">
            <a:avLst>
              <a:gd name="adj" fmla="val 50000"/>
            </a:avLst>
          </a:prstGeom>
          <a:solidFill>
            <a:srgbClr val="FDFDFB"/>
          </a:solidFill>
          <a:ln w="12700">
            <a:solidFill>
              <a:srgbClr val="C9C9C4"/>
            </a:solidFill>
            <a:prstDash val="solid"/>
          </a:ln>
        </p:spPr>
      </p:sp>
      <p:sp>
        <p:nvSpPr>
          <p:cNvPr id="23" name="Text 21"/>
          <p:cNvSpPr txBox="1"/>
          <p:nvPr/>
        </p:nvSpPr>
        <p:spPr>
          <a:xfrm>
            <a:off x="762000" y="5765800"/>
            <a:ext cx="2019300" cy="292100"/>
          </a:xfrm>
          <a:prstGeom prst="rect">
            <a:avLst/>
          </a:prstGeom>
          <a:noFill/>
          <a:ln/>
        </p:spPr>
        <p:txBody>
          <a:bodyPr wrap="none" lIns="0" tIns="0" rIns="0" bIns="0" rtlCol="0" anchor="ctr"/>
          <a:lstStyle/>
          <a:p>
            <a:pPr algn="ctr" indent="0" marL="0">
              <a:buNone/>
            </a:pPr>
            <a:r>
              <a:rPr lang="en-US" sz="1300" dirty="0">
                <a:solidFill>
                  <a:srgbClr val="3C3C42"/>
                </a:solidFill>
                <a:latin typeface="Segoe UI" pitchFamily="34" charset="0"/>
                <a:ea typeface="Segoe UI" pitchFamily="34" charset="-122"/>
                <a:cs typeface="Segoe UI" pitchFamily="34" charset="-120"/>
              </a:rPr>
              <a:t>3D view of the campus</a:t>
            </a:r>
            <a:endParaRPr lang="en-US" sz="1300" dirty="0"/>
          </a:p>
        </p:txBody>
      </p:sp>
      <p:sp>
        <p:nvSpPr>
          <p:cNvPr id="24" name="Shape 22"/>
          <p:cNvSpPr/>
          <p:nvPr/>
        </p:nvSpPr>
        <p:spPr>
          <a:xfrm>
            <a:off x="2857500" y="5765800"/>
            <a:ext cx="1009650" cy="292100"/>
          </a:xfrm>
          <a:prstGeom prst="roundRect">
            <a:avLst>
              <a:gd name="adj" fmla="val 50000"/>
            </a:avLst>
          </a:prstGeom>
          <a:solidFill>
            <a:srgbClr val="FDFDFB"/>
          </a:solidFill>
          <a:ln w="12700">
            <a:solidFill>
              <a:srgbClr val="C9C9C4"/>
            </a:solidFill>
            <a:prstDash val="solid"/>
          </a:ln>
        </p:spPr>
      </p:sp>
      <p:sp>
        <p:nvSpPr>
          <p:cNvPr id="25" name="Text 23"/>
          <p:cNvSpPr txBox="1"/>
          <p:nvPr/>
        </p:nvSpPr>
        <p:spPr>
          <a:xfrm>
            <a:off x="2857500" y="5765800"/>
            <a:ext cx="1009650" cy="292100"/>
          </a:xfrm>
          <a:prstGeom prst="rect">
            <a:avLst/>
          </a:prstGeom>
          <a:noFill/>
          <a:ln/>
        </p:spPr>
        <p:txBody>
          <a:bodyPr wrap="none" lIns="0" tIns="0" rIns="0" bIns="0" rtlCol="0" anchor="ctr"/>
          <a:lstStyle/>
          <a:p>
            <a:pPr algn="ctr" indent="0" marL="0">
              <a:buNone/>
            </a:pPr>
            <a:r>
              <a:rPr lang="en-US" sz="1300" dirty="0">
                <a:solidFill>
                  <a:srgbClr val="3C3C42"/>
                </a:solidFill>
                <a:latin typeface="Segoe UI" pitchFamily="34" charset="0"/>
                <a:ea typeface="Segoe UI" pitchFamily="34" charset="-122"/>
                <a:cs typeface="Segoe UI" pitchFamily="34" charset="-120"/>
              </a:rPr>
              <a:t>Dark mode</a:t>
            </a:r>
            <a:endParaRPr lang="en-US" sz="1300" dirty="0"/>
          </a:p>
        </p:txBody>
      </p:sp>
      <p:sp>
        <p:nvSpPr>
          <p:cNvPr id="26" name="Shape 24"/>
          <p:cNvSpPr/>
          <p:nvPr/>
        </p:nvSpPr>
        <p:spPr>
          <a:xfrm>
            <a:off x="3943350" y="5765800"/>
            <a:ext cx="2609850" cy="292100"/>
          </a:xfrm>
          <a:prstGeom prst="roundRect">
            <a:avLst>
              <a:gd name="adj" fmla="val 50000"/>
            </a:avLst>
          </a:prstGeom>
          <a:solidFill>
            <a:srgbClr val="FDFDFB"/>
          </a:solidFill>
          <a:ln w="12700">
            <a:solidFill>
              <a:srgbClr val="C9C9C4"/>
            </a:solidFill>
            <a:prstDash val="solid"/>
          </a:ln>
        </p:spPr>
      </p:sp>
      <p:sp>
        <p:nvSpPr>
          <p:cNvPr id="27" name="Text 25"/>
          <p:cNvSpPr txBox="1"/>
          <p:nvPr/>
        </p:nvSpPr>
        <p:spPr>
          <a:xfrm>
            <a:off x="3943350" y="5765800"/>
            <a:ext cx="2609850" cy="292100"/>
          </a:xfrm>
          <a:prstGeom prst="rect">
            <a:avLst/>
          </a:prstGeom>
          <a:noFill/>
          <a:ln/>
        </p:spPr>
        <p:txBody>
          <a:bodyPr wrap="none" lIns="0" tIns="0" rIns="0" bIns="0" rtlCol="0" anchor="ctr"/>
          <a:lstStyle/>
          <a:p>
            <a:pPr algn="ctr" indent="0" marL="0">
              <a:buNone/>
            </a:pPr>
            <a:r>
              <a:rPr lang="en-US" sz="1300" dirty="0">
                <a:solidFill>
                  <a:srgbClr val="3C3C42"/>
                </a:solidFill>
                <a:latin typeface="Segoe UI" pitchFamily="34" charset="0"/>
                <a:ea typeface="Segoe UI" pitchFamily="34" charset="-122"/>
                <a:cs typeface="Segoe UI" pitchFamily="34" charset="-120"/>
              </a:rPr>
              <a:t>Other people's plates masked</a:t>
            </a:r>
            <a:endParaRPr lang="en-US" sz="1300" dirty="0"/>
          </a:p>
        </p:txBody>
      </p:sp>
      <p:sp>
        <p:nvSpPr>
          <p:cNvPr id="28" name="Shape 26"/>
          <p:cNvSpPr/>
          <p:nvPr/>
        </p:nvSpPr>
        <p:spPr>
          <a:xfrm>
            <a:off x="6629400" y="5765800"/>
            <a:ext cx="1098550" cy="292100"/>
          </a:xfrm>
          <a:prstGeom prst="roundRect">
            <a:avLst>
              <a:gd name="adj" fmla="val 50000"/>
            </a:avLst>
          </a:prstGeom>
          <a:solidFill>
            <a:srgbClr val="FDFDFB"/>
          </a:solidFill>
          <a:ln w="12700">
            <a:solidFill>
              <a:srgbClr val="C9C9C4"/>
            </a:solidFill>
            <a:prstDash val="solid"/>
          </a:ln>
        </p:spPr>
      </p:sp>
      <p:sp>
        <p:nvSpPr>
          <p:cNvPr id="29" name="Text 27"/>
          <p:cNvSpPr txBox="1"/>
          <p:nvPr/>
        </p:nvSpPr>
        <p:spPr>
          <a:xfrm>
            <a:off x="6629400" y="5765800"/>
            <a:ext cx="1098550" cy="292100"/>
          </a:xfrm>
          <a:prstGeom prst="rect">
            <a:avLst/>
          </a:prstGeom>
          <a:noFill/>
          <a:ln/>
        </p:spPr>
        <p:txBody>
          <a:bodyPr wrap="none" lIns="0" tIns="0" rIns="0" bIns="0" rtlCol="0" anchor="ctr"/>
          <a:lstStyle/>
          <a:p>
            <a:pPr algn="ctr" indent="0" marL="0">
              <a:buNone/>
            </a:pPr>
            <a:r>
              <a:rPr lang="en-US" sz="1300" dirty="0">
                <a:solidFill>
                  <a:srgbClr val="3C3C42"/>
                </a:solidFill>
                <a:latin typeface="Segoe UI" pitchFamily="34" charset="0"/>
                <a:ea typeface="Segoe UI" pitchFamily="34" charset="-122"/>
                <a:cs typeface="Segoe UI" pitchFamily="34" charset="-120"/>
              </a:rPr>
              <a:t>No sign-up</a:t>
            </a:r>
            <a:endParaRPr lang="en-US" sz="1300" dirty="0"/>
          </a:p>
        </p:txBody>
      </p:sp>
      <p:sp>
        <p:nvSpPr>
          <p:cNvPr id="30" name="Shape 28"/>
          <p:cNvSpPr/>
          <p:nvPr/>
        </p:nvSpPr>
        <p:spPr>
          <a:xfrm>
            <a:off x="7804150" y="5765800"/>
            <a:ext cx="1936750" cy="292100"/>
          </a:xfrm>
          <a:prstGeom prst="roundRect">
            <a:avLst>
              <a:gd name="adj" fmla="val 50000"/>
            </a:avLst>
          </a:prstGeom>
          <a:solidFill>
            <a:srgbClr val="FFD75A"/>
          </a:solidFill>
          <a:ln w="12700">
            <a:solidFill>
              <a:srgbClr val="D9A91A"/>
            </a:solidFill>
            <a:prstDash val="solid"/>
          </a:ln>
        </p:spPr>
      </p:sp>
      <p:sp>
        <p:nvSpPr>
          <p:cNvPr id="31" name="Text 29"/>
          <p:cNvSpPr txBox="1"/>
          <p:nvPr/>
        </p:nvSpPr>
        <p:spPr>
          <a:xfrm>
            <a:off x="7804150" y="5765800"/>
            <a:ext cx="1936750" cy="292100"/>
          </a:xfrm>
          <a:prstGeom prst="rect">
            <a:avLst/>
          </a:prstGeom>
          <a:noFill/>
          <a:ln/>
        </p:spPr>
        <p:txBody>
          <a:bodyPr wrap="none" lIns="0" tIns="0" rIns="0" bIns="0" rtlCol="0" anchor="ctr"/>
          <a:lstStyle/>
          <a:p>
            <a:pPr algn="ctr" indent="0" marL="0">
              <a:buNone/>
            </a:pPr>
            <a:r>
              <a:rPr lang="en-US" sz="1300" b="1" dirty="0">
                <a:solidFill>
                  <a:srgbClr val="17170F"/>
                </a:solidFill>
                <a:latin typeface="Segoe UI" pitchFamily="34" charset="0"/>
                <a:ea typeface="Segoe UI" pitchFamily="34" charset="-122"/>
                <a:cs typeface="Segoe UI" pitchFamily="34" charset="-120"/>
              </a:rPr>
              <a:t>Live on every screen</a:t>
            </a:r>
            <a:endParaRPr lang="en-US" sz="13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count"/>
          <p:cNvSpPr txBox="1"/>
          <p:nvPr/>
        </p:nvSpPr>
        <p:spPr>
          <a:xfrm>
            <a:off x="10795000" y="215900"/>
            <a:ext cx="635000" cy="254000"/>
          </a:xfrm>
          <a:prstGeom prst="rect">
            <a:avLst/>
          </a:prstGeom>
          <a:noFill/>
          <a:ln/>
        </p:spPr>
        <p:txBody>
          <a:bodyPr wrap="square" lIns="0" tIns="0" rIns="0" bIns="0" rtlCol="0" anchor="ctr"/>
          <a:lstStyle/>
          <a:p>
            <a:pPr algn="r" indent="0" marL="0">
              <a:buNone/>
            </a:pPr>
            <a:r>
              <a:rPr lang="en-US" sz="1000" dirty="0">
                <a:solidFill>
                  <a:srgbClr val="121214"/>
                </a:solidFill>
                <a:latin typeface="Consolas" pitchFamily="34" charset="0"/>
                <a:ea typeface="Consolas" pitchFamily="34" charset="-122"/>
                <a:cs typeface="Consolas" pitchFamily="34" charset="-120"/>
              </a:rPr>
              <a:t>14</a:t>
            </a:r>
            <a:pPr algn="r" indent="0" marL="0">
              <a:buNone/>
            </a:pPr>
            <a:r>
              <a:rPr lang="en-US" sz="1000" dirty="0">
                <a:solidFill>
                  <a:srgbClr val="9A9AA1"/>
                </a:solidFill>
                <a:latin typeface="Consolas" pitchFamily="34" charset="0"/>
                <a:ea typeface="Consolas" pitchFamily="34" charset="-122"/>
                <a:cs typeface="Consolas" pitchFamily="34" charset="-120"/>
              </a:rPr>
              <a:t> / 15</a:t>
            </a:r>
            <a:endParaRPr lang="en-US" sz="1000" dirty="0"/>
          </a:p>
        </p:txBody>
      </p:sp>
      <p:sp>
        <p:nvSpPr>
          <p:cNvPr id="3" name="!!dot"/>
          <p:cNvSpPr/>
          <p:nvPr/>
        </p:nvSpPr>
        <p:spPr>
          <a:xfrm>
            <a:off x="10828564" y="6546850"/>
            <a:ext cx="114300" cy="114300"/>
          </a:xfrm>
          <a:prstGeom prst="ellipse">
            <a:avLst/>
          </a:prstGeom>
          <a:solidFill>
            <a:srgbClr val="D9A91A"/>
          </a:solidFill>
          <a:ln w="38100">
            <a:solidFill>
              <a:srgbClr val="FFD75A"/>
            </a:solidFill>
            <a:prstDash val="solid"/>
          </a:ln>
        </p:spPr>
      </p:sp>
      <p:sp>
        <p:nvSpPr>
          <p:cNvPr id="4" name="!!tagpill"/>
          <p:cNvSpPr/>
          <p:nvPr/>
        </p:nvSpPr>
        <p:spPr>
          <a:xfrm>
            <a:off x="8210550" y="203200"/>
            <a:ext cx="2457450" cy="279400"/>
          </a:xfrm>
          <a:prstGeom prst="roundRect">
            <a:avLst>
              <a:gd name="adj" fmla="val 50000"/>
            </a:avLst>
          </a:prstGeom>
          <a:solidFill>
            <a:srgbClr val="F4F4F1"/>
          </a:solidFill>
          <a:ln w="12700">
            <a:solidFill>
              <a:srgbClr val="C9C9C4"/>
            </a:solidFill>
            <a:prstDash val="solid"/>
          </a:ln>
        </p:spPr>
      </p:sp>
      <p:sp>
        <p:nvSpPr>
          <p:cNvPr id="5" name="!!tagdot"/>
          <p:cNvSpPr/>
          <p:nvPr/>
        </p:nvSpPr>
        <p:spPr>
          <a:xfrm>
            <a:off x="8324850" y="311150"/>
            <a:ext cx="63500" cy="63500"/>
          </a:xfrm>
          <a:prstGeom prst="ellipse">
            <a:avLst/>
          </a:prstGeom>
          <a:solidFill>
            <a:srgbClr val="FFD75A"/>
          </a:solidFill>
          <a:ln w="12700">
            <a:solidFill>
              <a:srgbClr val="FFD75A"/>
            </a:solidFill>
            <a:prstDash val="solid"/>
          </a:ln>
        </p:spPr>
      </p:sp>
      <p:sp>
        <p:nvSpPr>
          <p:cNvPr id="6" name="!!tagtext"/>
          <p:cNvSpPr txBox="1"/>
          <p:nvPr/>
        </p:nvSpPr>
        <p:spPr>
          <a:xfrm>
            <a:off x="8439150" y="203200"/>
            <a:ext cx="2203450" cy="279400"/>
          </a:xfrm>
          <a:prstGeom prst="rect">
            <a:avLst/>
          </a:prstGeom>
          <a:noFill/>
          <a:ln/>
        </p:spPr>
        <p:txBody>
          <a:bodyPr wrap="none" lIns="0" tIns="0" rIns="0" bIns="0" rtlCol="0" anchor="ctr"/>
          <a:lstStyle/>
          <a:p>
            <a:pPr indent="0" marL="0">
              <a:buNone/>
            </a:pPr>
            <a:r>
              <a:rPr lang="en-US" sz="900" b="1" dirty="0">
                <a:solidFill>
                  <a:srgbClr val="121214"/>
                </a:solidFill>
                <a:latin typeface="Consolas" pitchFamily="34" charset="0"/>
                <a:ea typeface="Consolas" pitchFamily="34" charset="-122"/>
                <a:cs typeface="Consolas" pitchFamily="34" charset="-120"/>
              </a:rPr>
              <a:t>Unique feature</a:t>
            </a:r>
            <a:pPr indent="0" marL="0">
              <a:buNone/>
            </a:pPr>
            <a:r>
              <a:rPr lang="en-US" sz="900" dirty="0">
                <a:solidFill>
                  <a:srgbClr val="3C3C42"/>
                </a:solidFill>
                <a:latin typeface="Consolas" pitchFamily="34" charset="0"/>
                <a:ea typeface="Consolas" pitchFamily="34" charset="-122"/>
                <a:cs typeface="Consolas" pitchFamily="34" charset="-120"/>
              </a:rPr>
              <a:t>  ·  Side by side</a:t>
            </a:r>
            <a:endParaRPr lang="en-US" sz="900" dirty="0"/>
          </a:p>
        </p:txBody>
      </p:sp>
      <p:sp>
        <p:nvSpPr>
          <p:cNvPr id="7" name="Text 18"/>
          <p:cNvSpPr/>
          <p:nvPr>
            <p:ph idx="119" type="body" hasCustomPrompt="1"/>
          </p:nvPr>
        </p:nvSpPr>
        <p:spPr>
          <a:xfrm>
            <a:off x="762000" y="952500"/>
            <a:ext cx="7620000" cy="254000"/>
          </a:xfrm>
          <a:prstGeom prst="rect">
            <a:avLst/>
          </a:prstGeom>
          <a:noFill/>
          <a:ln/>
        </p:spPr>
        <p:txBody>
          <a:bodyPr wrap="square" lIns="0" tIns="0" rIns="0" bIns="0" rtlCol="0" anchor="ctr"/>
          <a:lstStyle/>
          <a:p>
            <a:pPr algn="l" indent="0" marL="0">
              <a:buNone/>
            </a:pPr>
            <a:r>
              <a:rPr lang="en-US" sz="1100" b="1" dirty="0">
                <a:solidFill>
                  <a:srgbClr val="8A6400"/>
                </a:solidFill>
                <a:latin typeface="Consolas" pitchFamily="34" charset="0"/>
                <a:ea typeface="Consolas" pitchFamily="34" charset="-122"/>
                <a:cs typeface="Consolas" pitchFamily="34" charset="-120"/>
              </a:rPr>
              <a:t>06</a:t>
            </a:r>
            <a:pPr algn="l" indent="0" marL="0">
              <a:buNone/>
            </a:pPr>
            <a:r>
              <a:rPr lang="en-US" sz="1100" dirty="0">
                <a:solidFill>
                  <a:srgbClr val="62626A"/>
                </a:solidFill>
                <a:latin typeface="Consolas" pitchFamily="34" charset="0"/>
                <a:ea typeface="Consolas" pitchFamily="34" charset="-122"/>
                <a:cs typeface="Consolas" pitchFamily="34" charset="-120"/>
              </a:rPr>
              <a:t>  ——  Side by side</a:t>
            </a:r>
            <a:endParaRPr lang="en-US" sz="1100" dirty="0"/>
          </a:p>
        </p:txBody>
      </p:sp>
      <p:sp>
        <p:nvSpPr>
          <p:cNvPr id="8" name="Text 18"/>
          <p:cNvSpPr/>
          <p:nvPr>
            <p:ph idx="120" type="title" hasCustomPrompt="1"/>
          </p:nvPr>
        </p:nvSpPr>
        <p:spPr>
          <a:xfrm>
            <a:off x="762000" y="1295400"/>
            <a:ext cx="10668000" cy="1460500"/>
          </a:xfrm>
          <a:prstGeom prst="rect">
            <a:avLst/>
          </a:prstGeom>
          <a:noFill/>
          <a:ln/>
        </p:spPr>
        <p:txBody>
          <a:bodyPr wrap="square" lIns="0" tIns="0" rIns="0" bIns="0" rtlCol="0" anchor="t"/>
          <a:lstStyle/>
          <a:p>
            <a:pPr algn="l" indent="0" marL="0">
              <a:lnSpc>
                <a:spcPct val="92000"/>
              </a:lnSpc>
              <a:buNone/>
            </a:pPr>
            <a:r>
              <a:rPr lang="en-US" sz="4400" spc="-160" kern="0" dirty="0">
                <a:solidFill>
                  <a:srgbClr val="121214"/>
                </a:solidFill>
                <a:latin typeface="Segoe UI Semibold" pitchFamily="34" charset="0"/>
                <a:ea typeface="Segoe UI Semibold" pitchFamily="34" charset="-122"/>
                <a:cs typeface="Segoe UI Semibold" pitchFamily="34" charset="-120"/>
              </a:rPr>
              <a:t>How Arrivo compares.</a:t>
            </a:r>
            <a:endParaRPr lang="en-US" sz="4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62000" y="2349500"/>
          <a:ext cx="10668000" cy="914400"/>
        </p:xfrm>
        <a:graphic>
          <a:graphicData uri="http://schemas.openxmlformats.org/drawingml/2006/table">
            <a:tbl>
              <a:tblPr/>
              <a:tblGrid>
                <a:gridCol w="4064000"/>
                <a:gridCol w="1651000"/>
                <a:gridCol w="1651000"/>
                <a:gridCol w="1651000"/>
                <a:gridCol w="1651000"/>
              </a:tblGrid>
              <a:tr h="419100">
                <a:tc>
                  <a:txBody>
                    <a:bodyPr/>
                    <a:lstStyle/>
                    <a:p>
                      <a:pPr algn="l" indent="0" marL="0">
                        <a:buNone/>
                      </a:pPr>
                      <a:endParaRPr lang="en-US" sz="1100" dirty="0">
                        <a:latin typeface="Consolas" charset="0"/>
                        <a:ea typeface="Consolas" charset="0"/>
                        <a:cs typeface="Consolas" charset="0"/>
                      </a:endParaRPr>
                    </a:p>
                  </a:txBody>
                  <a:tcPr marL="101600" marR="101600" marT="0" marB="0" anchor="ctr">
                    <a:lnL w="0" cap="flat" cmpd="sng" algn="ctr">
                      <a:noFill/>
                    </a:lnL>
                    <a:lnR w="0" cap="flat" cmpd="sng" algn="ctr">
                      <a:noFill/>
                    </a:lnR>
                    <a:lnT w="0" cap="flat" cmpd="sng" algn="ctr">
                      <a:noFill/>
                    </a:lnT>
                    <a:lnB w="12700" cap="flat" cmpd="sng" algn="ctr">
                      <a:solidFill>
                        <a:srgbClr val="121214"/>
                      </a:solidFill>
                      <a:prstDash val="solid"/>
                      <a:round/>
                      <a:headEnd type="none" w="med" len="med"/>
                      <a:tailEnd type="none" w="med" len="med"/>
                    </a:lnB>
                    <a:solidFill>
                      <a:srgbClr val="F4F4F1"/>
                    </a:solidFill>
                  </a:tcPr>
                </a:tc>
                <a:tc>
                  <a:txBody>
                    <a:bodyPr/>
                    <a:lstStyle/>
                    <a:p>
                      <a:pPr algn="ctr" indent="0" marL="0">
                        <a:buNone/>
                      </a:pPr>
                      <a:r>
                        <a:rPr lang="en-US" sz="1100" b="1" dirty="0">
                          <a:solidFill>
                            <a:srgbClr val="17170F"/>
                          </a:solidFill>
                          <a:latin typeface="Consolas" pitchFamily="34" charset="0"/>
                          <a:ea typeface="Consolas" pitchFamily="34" charset="-122"/>
                          <a:cs typeface="Consolas" pitchFamily="34" charset="-120"/>
                        </a:rPr>
                        <a:t>Arrivo</a:t>
                      </a:r>
                      <a:endParaRPr lang="en-US" sz="1100" dirty="0">
                        <a:latin typeface="Consolas" charset="0"/>
                        <a:ea typeface="Consolas" charset="0"/>
                        <a:cs typeface="Consolas" charset="0"/>
                      </a:endParaRPr>
                    </a:p>
                  </a:txBody>
                  <a:tcPr marL="101600" marR="101600" marT="0" marB="0" anchor="ctr">
                    <a:lnL w="0" cap="flat" cmpd="sng" algn="ctr">
                      <a:noFill/>
                    </a:lnL>
                    <a:lnR w="0" cap="flat" cmpd="sng" algn="ctr">
                      <a:noFill/>
                    </a:lnR>
                    <a:lnT w="0" cap="flat" cmpd="sng" algn="ctr">
                      <a:noFill/>
                    </a:lnT>
                    <a:lnB w="12700" cap="flat" cmpd="sng" algn="ctr">
                      <a:solidFill>
                        <a:srgbClr val="121214"/>
                      </a:solidFill>
                      <a:prstDash val="solid"/>
                      <a:round/>
                      <a:headEnd type="none" w="med" len="med"/>
                      <a:tailEnd type="none" w="med" len="med"/>
                    </a:lnB>
                    <a:solidFill>
                      <a:srgbClr val="FFD75A"/>
                    </a:solidFill>
                  </a:tcPr>
                </a:tc>
                <a:tc>
                  <a:txBody>
                    <a:bodyPr/>
                    <a:lstStyle/>
                    <a:p>
                      <a:pPr algn="ctr" indent="0" marL="0">
                        <a:buNone/>
                      </a:pPr>
                      <a:r>
                        <a:rPr lang="en-US" sz="1100" b="1" dirty="0">
                          <a:solidFill>
                            <a:srgbClr val="62626A"/>
                          </a:solidFill>
                          <a:latin typeface="Consolas" pitchFamily="34" charset="0"/>
                          <a:ea typeface="Consolas" pitchFamily="34" charset="-122"/>
                          <a:cs typeface="Consolas" pitchFamily="34" charset="-120"/>
                        </a:rPr>
                        <a:t>Map apps</a:t>
                      </a:r>
                      <a:endParaRPr lang="en-US" sz="1100" dirty="0">
                        <a:latin typeface="Consolas" charset="0"/>
                        <a:ea typeface="Consolas" charset="0"/>
                        <a:cs typeface="Consolas" charset="0"/>
                      </a:endParaRPr>
                    </a:p>
                  </a:txBody>
                  <a:tcPr marL="101600" marR="101600" marT="0" marB="0" anchor="ctr">
                    <a:lnL w="0" cap="flat" cmpd="sng" algn="ctr">
                      <a:noFill/>
                    </a:lnL>
                    <a:lnR w="0" cap="flat" cmpd="sng" algn="ctr">
                      <a:noFill/>
                    </a:lnR>
                    <a:lnT w="0" cap="flat" cmpd="sng" algn="ctr">
                      <a:noFill/>
                    </a:lnT>
                    <a:lnB w="12700" cap="flat" cmpd="sng" algn="ctr">
                      <a:solidFill>
                        <a:srgbClr val="121214"/>
                      </a:solidFill>
                      <a:prstDash val="solid"/>
                      <a:round/>
                      <a:headEnd type="none" w="med" len="med"/>
                      <a:tailEnd type="none" w="med" len="med"/>
                    </a:lnB>
                    <a:solidFill>
                      <a:srgbClr val="F4F4F1"/>
                    </a:solidFill>
                  </a:tcPr>
                </a:tc>
                <a:tc>
                  <a:txBody>
                    <a:bodyPr/>
                    <a:lstStyle/>
                    <a:p>
                      <a:pPr algn="ctr" indent="0" marL="0">
                        <a:buNone/>
                      </a:pPr>
                      <a:r>
                        <a:rPr lang="en-US" sz="1100" b="1" dirty="0">
                          <a:solidFill>
                            <a:srgbClr val="62626A"/>
                          </a:solidFill>
                          <a:latin typeface="Consolas" pitchFamily="34" charset="0"/>
                          <a:ea typeface="Consolas" pitchFamily="34" charset="-122"/>
                          <a:cs typeface="Consolas" pitchFamily="34" charset="-120"/>
                        </a:rPr>
                        <a:t>Sensor systems</a:t>
                      </a:r>
                      <a:endParaRPr lang="en-US" sz="1100" dirty="0">
                        <a:latin typeface="Consolas" charset="0"/>
                        <a:ea typeface="Consolas" charset="0"/>
                        <a:cs typeface="Consolas" charset="0"/>
                      </a:endParaRPr>
                    </a:p>
                  </a:txBody>
                  <a:tcPr marL="101600" marR="101600" marT="0" marB="0" anchor="ctr">
                    <a:lnL w="0" cap="flat" cmpd="sng" algn="ctr">
                      <a:noFill/>
                    </a:lnL>
                    <a:lnR w="0" cap="flat" cmpd="sng" algn="ctr">
                      <a:noFill/>
                    </a:lnR>
                    <a:lnT w="0" cap="flat" cmpd="sng" algn="ctr">
                      <a:noFill/>
                    </a:lnT>
                    <a:lnB w="12700" cap="flat" cmpd="sng" algn="ctr">
                      <a:solidFill>
                        <a:srgbClr val="121214"/>
                      </a:solidFill>
                      <a:prstDash val="solid"/>
                      <a:round/>
                      <a:headEnd type="none" w="med" len="med"/>
                      <a:tailEnd type="none" w="med" len="med"/>
                    </a:lnB>
                    <a:solidFill>
                      <a:srgbClr val="F4F4F1"/>
                    </a:solidFill>
                  </a:tcPr>
                </a:tc>
                <a:tc>
                  <a:txBody>
                    <a:bodyPr/>
                    <a:lstStyle/>
                    <a:p>
                      <a:pPr algn="ctr" indent="0" marL="0">
                        <a:buNone/>
                      </a:pPr>
                      <a:r>
                        <a:rPr lang="en-US" sz="1100" b="1" dirty="0">
                          <a:solidFill>
                            <a:srgbClr val="62626A"/>
                          </a:solidFill>
                          <a:latin typeface="Consolas" pitchFamily="34" charset="0"/>
                          <a:ea typeface="Consolas" pitchFamily="34" charset="-122"/>
                          <a:cs typeface="Consolas" pitchFamily="34" charset="-120"/>
                        </a:rPr>
                        <a:t>Guard + register</a:t>
                      </a:r>
                      <a:endParaRPr lang="en-US" sz="1100" dirty="0">
                        <a:latin typeface="Consolas" charset="0"/>
                        <a:ea typeface="Consolas" charset="0"/>
                        <a:cs typeface="Consolas" charset="0"/>
                      </a:endParaRPr>
                    </a:p>
                  </a:txBody>
                  <a:tcPr marL="101600" marR="101600" marT="0" marB="0" anchor="ctr">
                    <a:lnL w="0" cap="flat" cmpd="sng" algn="ctr">
                      <a:noFill/>
                    </a:lnL>
                    <a:lnR w="0" cap="flat" cmpd="sng" algn="ctr">
                      <a:noFill/>
                    </a:lnR>
                    <a:lnT w="0" cap="flat" cmpd="sng" algn="ctr">
                      <a:noFill/>
                    </a:lnT>
                    <a:lnB w="12700" cap="flat" cmpd="sng" algn="ctr">
                      <a:solidFill>
                        <a:srgbClr val="121214"/>
                      </a:solidFill>
                      <a:prstDash val="solid"/>
                      <a:round/>
                      <a:headEnd type="none" w="med" len="med"/>
                      <a:tailEnd type="none" w="med" len="med"/>
                    </a:lnB>
                    <a:solidFill>
                      <a:srgbClr val="F4F4F1"/>
                    </a:solidFill>
                  </a:tcPr>
                </a:tc>
              </a:tr>
              <a:tr h="558800">
                <a:tc>
                  <a:txBody>
                    <a:bodyPr/>
                    <a:lstStyle/>
                    <a:p>
                      <a:pPr algn="l" indent="0" marL="0">
                        <a:buNone/>
                      </a:pPr>
                      <a:r>
                        <a:rPr lang="en-US" sz="1500" dirty="0">
                          <a:solidFill>
                            <a:srgbClr val="121214"/>
                          </a:solidFill>
                          <a:latin typeface="Segoe UI" pitchFamily="34" charset="0"/>
                          <a:ea typeface="Segoe UI" pitchFamily="34" charset="-122"/>
                          <a:cs typeface="Segoe UI" pitchFamily="34" charset="-120"/>
                        </a:rPr>
                        <a:t>Shows which exact bay is free</a:t>
                      </a:r>
                      <a:endParaRPr lang="en-US" sz="1500" dirty="0">
                        <a:latin typeface="Segoe UI" charset="0"/>
                        <a:ea typeface="Segoe UI" charset="0"/>
                        <a:cs typeface="Segoe UI" charset="0"/>
                      </a:endParaRPr>
                    </a:p>
                  </a:txBody>
                  <a:tcPr marL="101600" marR="101600" marT="0" marB="0" anchor="ctr">
                    <a:lnL w="0" cap="flat" cmpd="sng" algn="ctr">
                      <a:noFill/>
                    </a:lnL>
                    <a:lnR w="0" cap="flat" cmpd="sng" algn="ctr">
                      <a:noFill/>
                    </a:lnR>
                    <a:lnT w="0" cap="flat" cmpd="sng" algn="ctr">
                      <a:noFill/>
                    </a:lnT>
                    <a:lnB w="12700" cap="flat" cmpd="sng" algn="ctr">
                      <a:solidFill>
                        <a:srgbClr val="C9C9C4"/>
                      </a:solidFill>
                      <a:prstDash val="solid"/>
                      <a:round/>
                      <a:headEnd type="none" w="med" len="med"/>
                      <a:tailEnd type="none" w="med" len="med"/>
                    </a:lnB>
                    <a:solidFill>
                      <a:srgbClr val="F4F4F1"/>
                    </a:solidFill>
                  </a:tcPr>
                </a:tc>
                <a:tc>
                  <a:txBody>
                    <a:bodyPr/>
                    <a:lstStyle/>
                    <a:p>
                      <a:pPr algn="ctr" indent="0" marL="0">
                        <a:buNone/>
                      </a:pPr>
                      <a:r>
                        <a:rPr lang="en-US" sz="2000" b="1" dirty="0">
                          <a:solidFill>
                            <a:srgbClr val="17170F"/>
                          </a:solidFill>
                          <a:latin typeface="Segoe UI Semibold" pitchFamily="34" charset="0"/>
                          <a:ea typeface="Segoe UI Semibold" pitchFamily="34" charset="-122"/>
                          <a:cs typeface="Segoe UI Semibold" pitchFamily="34" charset="-120"/>
                        </a:rPr>
                        <a:t>✓</a:t>
                      </a:r>
                      <a:endParaRPr lang="en-US" sz="2000" dirty="0">
                        <a:latin typeface="Segoe UI Semibold" charset="0"/>
                        <a:ea typeface="Segoe UI Semibold" charset="0"/>
                        <a:cs typeface="Segoe UI Semibold" charset="0"/>
                      </a:endParaRPr>
                    </a:p>
                  </a:txBody>
                  <a:tcPr marL="101600" marR="101600" marT="0" marB="0" anchor="ctr">
                    <a:lnL w="0" cap="flat" cmpd="sng" algn="ctr">
                      <a:noFill/>
                    </a:lnL>
                    <a:lnR w="0" cap="flat" cmpd="sng" algn="ctr">
                      <a:noFill/>
                    </a:lnR>
                    <a:lnT w="0" cap="flat" cmpd="sng" algn="ctr">
                      <a:noFill/>
                    </a:lnT>
                    <a:lnB w="12700" cap="flat" cmpd="sng" algn="ctr">
                      <a:solidFill>
                        <a:srgbClr val="C9C9C4"/>
                      </a:solidFill>
                      <a:prstDash val="solid"/>
                      <a:round/>
                      <a:headEnd type="none" w="med" len="med"/>
                      <a:tailEnd type="none" w="med" len="med"/>
                    </a:lnB>
                    <a:solidFill>
                      <a:srgbClr val="FFE48F"/>
                    </a:solidFill>
                  </a:tcPr>
                </a:tc>
                <a:tc>
                  <a:txBody>
                    <a:bodyPr/>
                    <a:lstStyle/>
                    <a:p>
                      <a:pPr algn="ctr" indent="0" marL="0">
                        <a:buNone/>
                      </a:pPr>
                      <a:r>
                        <a:rPr lang="en-US" sz="2000" dirty="0">
                          <a:solidFill>
                            <a:srgbClr val="9A9AA1"/>
                          </a:solidFill>
                          <a:latin typeface="Segoe UI Semibold" pitchFamily="34" charset="0"/>
                          <a:ea typeface="Segoe UI Semibold" pitchFamily="34" charset="-122"/>
                          <a:cs typeface="Segoe UI Semibold" pitchFamily="34" charset="-120"/>
                        </a:rPr>
                        <a:t>✕</a:t>
                      </a:r>
                      <a:endParaRPr lang="en-US" sz="2000" dirty="0">
                        <a:latin typeface="Segoe UI Semibold" charset="0"/>
                        <a:ea typeface="Segoe UI Semibold" charset="0"/>
                        <a:cs typeface="Segoe UI Semibold" charset="0"/>
                      </a:endParaRPr>
                    </a:p>
                  </a:txBody>
                  <a:tcPr marL="101600" marR="101600" marT="0" marB="0" anchor="ctr">
                    <a:lnL w="0" cap="flat" cmpd="sng" algn="ctr">
                      <a:noFill/>
                    </a:lnL>
                    <a:lnR w="0" cap="flat" cmpd="sng" algn="ctr">
                      <a:noFill/>
                    </a:lnR>
                    <a:lnT w="0" cap="flat" cmpd="sng" algn="ctr">
                      <a:noFill/>
                    </a:lnT>
                    <a:lnB w="12700" cap="flat" cmpd="sng" algn="ctr">
                      <a:solidFill>
                        <a:srgbClr val="C9C9C4"/>
                      </a:solidFill>
                      <a:prstDash val="solid"/>
                      <a:round/>
                      <a:headEnd type="none" w="med" len="med"/>
                      <a:tailEnd type="none" w="med" len="med"/>
                    </a:lnB>
                    <a:solidFill>
                      <a:srgbClr val="F4F4F1"/>
                    </a:solidFill>
                  </a:tcPr>
                </a:tc>
                <a:tc>
                  <a:txBody>
                    <a:bodyPr/>
                    <a:lstStyle/>
                    <a:p>
                      <a:pPr algn="ctr" indent="0" marL="0">
                        <a:buNone/>
                      </a:pPr>
                      <a:r>
                        <a:rPr lang="en-US" sz="2000" b="1" dirty="0">
                          <a:solidFill>
                            <a:srgbClr val="8A6400"/>
                          </a:solidFill>
                          <a:latin typeface="Segoe UI Semibold" pitchFamily="34" charset="0"/>
                          <a:ea typeface="Segoe UI Semibold" pitchFamily="34" charset="-122"/>
                          <a:cs typeface="Segoe UI Semibold" pitchFamily="34" charset="-120"/>
                        </a:rPr>
                        <a:t>✓</a:t>
                      </a:r>
                      <a:endParaRPr lang="en-US" sz="2000" dirty="0">
                        <a:latin typeface="Segoe UI Semibold" charset="0"/>
                        <a:ea typeface="Segoe UI Semibold" charset="0"/>
                        <a:cs typeface="Segoe UI Semibold" charset="0"/>
                      </a:endParaRPr>
                    </a:p>
                  </a:txBody>
                  <a:tcPr marL="101600" marR="101600" marT="0" marB="0" anchor="ctr">
                    <a:lnL w="0" cap="flat" cmpd="sng" algn="ctr">
                      <a:noFill/>
                    </a:lnL>
                    <a:lnR w="0" cap="flat" cmpd="sng" algn="ctr">
                      <a:noFill/>
                    </a:lnR>
                    <a:lnT w="0" cap="flat" cmpd="sng" algn="ctr">
                      <a:noFill/>
                    </a:lnT>
                    <a:lnB w="12700" cap="flat" cmpd="sng" algn="ctr">
                      <a:solidFill>
                        <a:srgbClr val="C9C9C4"/>
                      </a:solidFill>
                      <a:prstDash val="solid"/>
                      <a:round/>
                      <a:headEnd type="none" w="med" len="med"/>
                      <a:tailEnd type="none" w="med" len="med"/>
                    </a:lnB>
                    <a:solidFill>
                      <a:srgbClr val="F4F4F1"/>
                    </a:solidFill>
                  </a:tcPr>
                </a:tc>
                <a:tc>
                  <a:txBody>
                    <a:bodyPr/>
                    <a:lstStyle/>
                    <a:p>
                      <a:pPr algn="ctr" indent="0" marL="0">
                        <a:buNone/>
                      </a:pPr>
                      <a:r>
                        <a:rPr lang="en-US" sz="2000" dirty="0">
                          <a:solidFill>
                            <a:srgbClr val="9A9AA1"/>
                          </a:solidFill>
                          <a:latin typeface="Segoe UI Semibold" pitchFamily="34" charset="0"/>
                          <a:ea typeface="Segoe UI Semibold" pitchFamily="34" charset="-122"/>
                          <a:cs typeface="Segoe UI Semibold" pitchFamily="34" charset="-120"/>
                        </a:rPr>
                        <a:t>✕</a:t>
                      </a:r>
                      <a:endParaRPr lang="en-US" sz="2000" dirty="0">
                        <a:latin typeface="Segoe UI Semibold" charset="0"/>
                        <a:ea typeface="Segoe UI Semibold" charset="0"/>
                        <a:cs typeface="Segoe UI Semibold" charset="0"/>
                      </a:endParaRPr>
                    </a:p>
                  </a:txBody>
                  <a:tcPr marL="101600" marR="101600" marT="0" marB="0" anchor="ctr">
                    <a:lnL w="0" cap="flat" cmpd="sng" algn="ctr">
                      <a:noFill/>
                    </a:lnL>
                    <a:lnR w="0" cap="flat" cmpd="sng" algn="ctr">
                      <a:noFill/>
                    </a:lnR>
                    <a:lnT w="0" cap="flat" cmpd="sng" algn="ctr">
                      <a:noFill/>
                    </a:lnT>
                    <a:lnB w="12700" cap="flat" cmpd="sng" algn="ctr">
                      <a:solidFill>
                        <a:srgbClr val="C9C9C4"/>
                      </a:solidFill>
                      <a:prstDash val="solid"/>
                      <a:round/>
                      <a:headEnd type="none" w="med" len="med"/>
                      <a:tailEnd type="none" w="med" len="med"/>
                    </a:lnB>
                    <a:solidFill>
                      <a:srgbClr val="F4F4F1"/>
                    </a:solidFill>
                  </a:tcPr>
                </a:tc>
              </a:tr>
              <a:tr h="558800">
                <a:tc>
                  <a:txBody>
                    <a:bodyPr/>
                    <a:lstStyle/>
                    <a:p>
                      <a:pPr algn="l" indent="0" marL="0">
                        <a:buNone/>
                      </a:pPr>
                      <a:r>
                        <a:rPr lang="en-US" sz="1500" dirty="0">
                          <a:solidFill>
                            <a:srgbClr val="121214"/>
                          </a:solidFill>
                          <a:latin typeface="Segoe UI" pitchFamily="34" charset="0"/>
                          <a:ea typeface="Segoe UI" pitchFamily="34" charset="-122"/>
                          <a:cs typeface="Segoe UI" pitchFamily="34" charset="-120"/>
                        </a:rPr>
                        <a:t>Book a bay before you leave</a:t>
                      </a:r>
                      <a:endParaRPr lang="en-US" sz="1500" dirty="0">
                        <a:latin typeface="Segoe UI" charset="0"/>
                        <a:ea typeface="Segoe UI" charset="0"/>
                        <a:cs typeface="Segoe UI" charset="0"/>
                      </a:endParaRPr>
                    </a:p>
                  </a:txBody>
                  <a:tcPr marL="101600" marR="101600" marT="0" marB="0" anchor="ctr">
                    <a:lnL w="0" cap="flat" cmpd="sng" algn="ctr">
                      <a:noFill/>
                    </a:lnL>
                    <a:lnR w="0" cap="flat" cmpd="sng" algn="ctr">
                      <a:noFill/>
                    </a:lnR>
                    <a:lnT w="0" cap="flat" cmpd="sng" algn="ctr">
                      <a:noFill/>
                    </a:lnT>
                    <a:lnB w="12700" cap="flat" cmpd="sng" algn="ctr">
                      <a:solidFill>
                        <a:srgbClr val="C9C9C4"/>
                      </a:solidFill>
                      <a:prstDash val="solid"/>
                      <a:round/>
                      <a:headEnd type="none" w="med" len="med"/>
                      <a:tailEnd type="none" w="med" len="med"/>
                    </a:lnB>
                    <a:solidFill>
                      <a:srgbClr val="F4F4F1"/>
                    </a:solidFill>
                  </a:tcPr>
                </a:tc>
                <a:tc>
                  <a:txBody>
                    <a:bodyPr/>
                    <a:lstStyle/>
                    <a:p>
                      <a:pPr algn="ctr" indent="0" marL="0">
                        <a:buNone/>
                      </a:pPr>
                      <a:r>
                        <a:rPr lang="en-US" sz="2000" b="1" dirty="0">
                          <a:solidFill>
                            <a:srgbClr val="17170F"/>
                          </a:solidFill>
                          <a:latin typeface="Segoe UI Semibold" pitchFamily="34" charset="0"/>
                          <a:ea typeface="Segoe UI Semibold" pitchFamily="34" charset="-122"/>
                          <a:cs typeface="Segoe UI Semibold" pitchFamily="34" charset="-120"/>
                        </a:rPr>
                        <a:t>✓</a:t>
                      </a:r>
                      <a:endParaRPr lang="en-US" sz="2000" dirty="0">
                        <a:latin typeface="Segoe UI Semibold" charset="0"/>
                        <a:ea typeface="Segoe UI Semibold" charset="0"/>
                        <a:cs typeface="Segoe UI Semibold" charset="0"/>
                      </a:endParaRPr>
                    </a:p>
                  </a:txBody>
                  <a:tcPr marL="101600" marR="101600" marT="0" marB="0" anchor="ctr">
                    <a:lnL w="0" cap="flat" cmpd="sng" algn="ctr">
                      <a:noFill/>
                    </a:lnL>
                    <a:lnR w="0" cap="flat" cmpd="sng" algn="ctr">
                      <a:noFill/>
                    </a:lnR>
                    <a:lnT w="0" cap="flat" cmpd="sng" algn="ctr">
                      <a:noFill/>
                    </a:lnT>
                    <a:lnB w="12700" cap="flat" cmpd="sng" algn="ctr">
                      <a:solidFill>
                        <a:srgbClr val="C9C9C4"/>
                      </a:solidFill>
                      <a:prstDash val="solid"/>
                      <a:round/>
                      <a:headEnd type="none" w="med" len="med"/>
                      <a:tailEnd type="none" w="med" len="med"/>
                    </a:lnB>
                    <a:solidFill>
                      <a:srgbClr val="FFE48F"/>
                    </a:solidFill>
                  </a:tcPr>
                </a:tc>
                <a:tc>
                  <a:txBody>
                    <a:bodyPr/>
                    <a:lstStyle/>
                    <a:p>
                      <a:pPr algn="ctr" indent="0" marL="0">
                        <a:buNone/>
                      </a:pPr>
                      <a:r>
                        <a:rPr lang="en-US" sz="2000" dirty="0">
                          <a:solidFill>
                            <a:srgbClr val="9A9AA1"/>
                          </a:solidFill>
                          <a:latin typeface="Segoe UI Semibold" pitchFamily="34" charset="0"/>
                          <a:ea typeface="Segoe UI Semibold" pitchFamily="34" charset="-122"/>
                          <a:cs typeface="Segoe UI Semibold" pitchFamily="34" charset="-120"/>
                        </a:rPr>
                        <a:t>✕</a:t>
                      </a:r>
                      <a:endParaRPr lang="en-US" sz="2000" dirty="0">
                        <a:latin typeface="Segoe UI Semibold" charset="0"/>
                        <a:ea typeface="Segoe UI Semibold" charset="0"/>
                        <a:cs typeface="Segoe UI Semibold" charset="0"/>
                      </a:endParaRPr>
                    </a:p>
                  </a:txBody>
                  <a:tcPr marL="101600" marR="101600" marT="0" marB="0" anchor="ctr">
                    <a:lnL w="0" cap="flat" cmpd="sng" algn="ctr">
                      <a:noFill/>
                    </a:lnL>
                    <a:lnR w="0" cap="flat" cmpd="sng" algn="ctr">
                      <a:noFill/>
                    </a:lnR>
                    <a:lnT w="0" cap="flat" cmpd="sng" algn="ctr">
                      <a:noFill/>
                    </a:lnT>
                    <a:lnB w="12700" cap="flat" cmpd="sng" algn="ctr">
                      <a:solidFill>
                        <a:srgbClr val="C9C9C4"/>
                      </a:solidFill>
                      <a:prstDash val="solid"/>
                      <a:round/>
                      <a:headEnd type="none" w="med" len="med"/>
                      <a:tailEnd type="none" w="med" len="med"/>
                    </a:lnB>
                    <a:solidFill>
                      <a:srgbClr val="F4F4F1"/>
                    </a:solidFill>
                  </a:tcPr>
                </a:tc>
                <a:tc>
                  <a:txBody>
                    <a:bodyPr/>
                    <a:lstStyle/>
                    <a:p>
                      <a:pPr algn="ctr" indent="0" marL="0">
                        <a:buNone/>
                      </a:pPr>
                      <a:r>
                        <a:rPr lang="en-US" sz="2000" dirty="0">
                          <a:solidFill>
                            <a:srgbClr val="9A9AA1"/>
                          </a:solidFill>
                          <a:latin typeface="Segoe UI Semibold" pitchFamily="34" charset="0"/>
                          <a:ea typeface="Segoe UI Semibold" pitchFamily="34" charset="-122"/>
                          <a:cs typeface="Segoe UI Semibold" pitchFamily="34" charset="-120"/>
                        </a:rPr>
                        <a:t>✕</a:t>
                      </a:r>
                      <a:endParaRPr lang="en-US" sz="2000" dirty="0">
                        <a:latin typeface="Segoe UI Semibold" charset="0"/>
                        <a:ea typeface="Segoe UI Semibold" charset="0"/>
                        <a:cs typeface="Segoe UI Semibold" charset="0"/>
                      </a:endParaRPr>
                    </a:p>
                  </a:txBody>
                  <a:tcPr marL="101600" marR="101600" marT="0" marB="0" anchor="ctr">
                    <a:lnL w="0" cap="flat" cmpd="sng" algn="ctr">
                      <a:noFill/>
                    </a:lnL>
                    <a:lnR w="0" cap="flat" cmpd="sng" algn="ctr">
                      <a:noFill/>
                    </a:lnR>
                    <a:lnT w="0" cap="flat" cmpd="sng" algn="ctr">
                      <a:noFill/>
                    </a:lnT>
                    <a:lnB w="12700" cap="flat" cmpd="sng" algn="ctr">
                      <a:solidFill>
                        <a:srgbClr val="C9C9C4"/>
                      </a:solidFill>
                      <a:prstDash val="solid"/>
                      <a:round/>
                      <a:headEnd type="none" w="med" len="med"/>
                      <a:tailEnd type="none" w="med" len="med"/>
                    </a:lnB>
                    <a:solidFill>
                      <a:srgbClr val="F4F4F1"/>
                    </a:solidFill>
                  </a:tcPr>
                </a:tc>
                <a:tc>
                  <a:txBody>
                    <a:bodyPr/>
                    <a:lstStyle/>
                    <a:p>
                      <a:pPr algn="ctr" indent="0" marL="0">
                        <a:buNone/>
                      </a:pPr>
                      <a:r>
                        <a:rPr lang="en-US" sz="2000" dirty="0">
                          <a:solidFill>
                            <a:srgbClr val="9A9AA1"/>
                          </a:solidFill>
                          <a:latin typeface="Segoe UI Semibold" pitchFamily="34" charset="0"/>
                          <a:ea typeface="Segoe UI Semibold" pitchFamily="34" charset="-122"/>
                          <a:cs typeface="Segoe UI Semibold" pitchFamily="34" charset="-120"/>
                        </a:rPr>
                        <a:t>✕</a:t>
                      </a:r>
                      <a:endParaRPr lang="en-US" sz="2000" dirty="0">
                        <a:latin typeface="Segoe UI Semibold" charset="0"/>
                        <a:ea typeface="Segoe UI Semibold" charset="0"/>
                        <a:cs typeface="Segoe UI Semibold" charset="0"/>
                      </a:endParaRPr>
                    </a:p>
                  </a:txBody>
                  <a:tcPr marL="101600" marR="101600" marT="0" marB="0" anchor="ctr">
                    <a:lnL w="0" cap="flat" cmpd="sng" algn="ctr">
                      <a:noFill/>
                    </a:lnL>
                    <a:lnR w="0" cap="flat" cmpd="sng" algn="ctr">
                      <a:noFill/>
                    </a:lnR>
                    <a:lnT w="0" cap="flat" cmpd="sng" algn="ctr">
                      <a:noFill/>
                    </a:lnT>
                    <a:lnB w="12700" cap="flat" cmpd="sng" algn="ctr">
                      <a:solidFill>
                        <a:srgbClr val="C9C9C4"/>
                      </a:solidFill>
                      <a:prstDash val="solid"/>
                      <a:round/>
                      <a:headEnd type="none" w="med" len="med"/>
                      <a:tailEnd type="none" w="med" len="med"/>
                    </a:lnB>
                    <a:solidFill>
                      <a:srgbClr val="F4F4F1"/>
                    </a:solidFill>
                  </a:tcPr>
                </a:tc>
              </a:tr>
              <a:tr h="558800">
                <a:tc>
                  <a:txBody>
                    <a:bodyPr/>
                    <a:lstStyle/>
                    <a:p>
                      <a:pPr algn="l" indent="0" marL="0">
                        <a:buNone/>
                      </a:pPr>
                      <a:r>
                        <a:rPr lang="en-US" sz="1500" dirty="0">
                          <a:solidFill>
                            <a:srgbClr val="121214"/>
                          </a:solidFill>
                          <a:latin typeface="Segoe UI" pitchFamily="34" charset="0"/>
                          <a:ea typeface="Segoe UI" pitchFamily="34" charset="-122"/>
                          <a:cs typeface="Segoe UI" pitchFamily="34" charset="-120"/>
                        </a:rPr>
                        <a:t>Pick arrival time and how long you stay</a:t>
                      </a:r>
                      <a:endParaRPr lang="en-US" sz="1500" dirty="0">
                        <a:latin typeface="Segoe UI" charset="0"/>
                        <a:ea typeface="Segoe UI" charset="0"/>
                        <a:cs typeface="Segoe UI" charset="0"/>
                      </a:endParaRPr>
                    </a:p>
                  </a:txBody>
                  <a:tcPr marL="101600" marR="101600" marT="0" marB="0" anchor="ctr">
                    <a:lnL w="0" cap="flat" cmpd="sng" algn="ctr">
                      <a:noFill/>
                    </a:lnL>
                    <a:lnR w="0" cap="flat" cmpd="sng" algn="ctr">
                      <a:noFill/>
                    </a:lnR>
                    <a:lnT w="0" cap="flat" cmpd="sng" algn="ctr">
                      <a:noFill/>
                    </a:lnT>
                    <a:lnB w="12700" cap="flat" cmpd="sng" algn="ctr">
                      <a:solidFill>
                        <a:srgbClr val="C9C9C4"/>
                      </a:solidFill>
                      <a:prstDash val="solid"/>
                      <a:round/>
                      <a:headEnd type="none" w="med" len="med"/>
                      <a:tailEnd type="none" w="med" len="med"/>
                    </a:lnB>
                    <a:solidFill>
                      <a:srgbClr val="F4F4F1"/>
                    </a:solidFill>
                  </a:tcPr>
                </a:tc>
                <a:tc>
                  <a:txBody>
                    <a:bodyPr/>
                    <a:lstStyle/>
                    <a:p>
                      <a:pPr algn="ctr" indent="0" marL="0">
                        <a:buNone/>
                      </a:pPr>
                      <a:r>
                        <a:rPr lang="en-US" sz="2000" b="1" dirty="0">
                          <a:solidFill>
                            <a:srgbClr val="17170F"/>
                          </a:solidFill>
                          <a:latin typeface="Segoe UI Semibold" pitchFamily="34" charset="0"/>
                          <a:ea typeface="Segoe UI Semibold" pitchFamily="34" charset="-122"/>
                          <a:cs typeface="Segoe UI Semibold" pitchFamily="34" charset="-120"/>
                        </a:rPr>
                        <a:t>✓</a:t>
                      </a:r>
                      <a:endParaRPr lang="en-US" sz="2000" dirty="0">
                        <a:latin typeface="Segoe UI Semibold" charset="0"/>
                        <a:ea typeface="Segoe UI Semibold" charset="0"/>
                        <a:cs typeface="Segoe UI Semibold" charset="0"/>
                      </a:endParaRPr>
                    </a:p>
                  </a:txBody>
                  <a:tcPr marL="101600" marR="101600" marT="0" marB="0" anchor="ctr">
                    <a:lnL w="0" cap="flat" cmpd="sng" algn="ctr">
                      <a:noFill/>
                    </a:lnL>
                    <a:lnR w="0" cap="flat" cmpd="sng" algn="ctr">
                      <a:noFill/>
                    </a:lnR>
                    <a:lnT w="0" cap="flat" cmpd="sng" algn="ctr">
                      <a:noFill/>
                    </a:lnT>
                    <a:lnB w="12700" cap="flat" cmpd="sng" algn="ctr">
                      <a:solidFill>
                        <a:srgbClr val="C9C9C4"/>
                      </a:solidFill>
                      <a:prstDash val="solid"/>
                      <a:round/>
                      <a:headEnd type="none" w="med" len="med"/>
                      <a:tailEnd type="none" w="med" len="med"/>
                    </a:lnB>
                    <a:solidFill>
                      <a:srgbClr val="FFE48F"/>
                    </a:solidFill>
                  </a:tcPr>
                </a:tc>
                <a:tc>
                  <a:txBody>
                    <a:bodyPr/>
                    <a:lstStyle/>
                    <a:p>
                      <a:pPr algn="ctr" indent="0" marL="0">
                        <a:buNone/>
                      </a:pPr>
                      <a:r>
                        <a:rPr lang="en-US" sz="2000" dirty="0">
                          <a:solidFill>
                            <a:srgbClr val="9A9AA1"/>
                          </a:solidFill>
                          <a:latin typeface="Segoe UI Semibold" pitchFamily="34" charset="0"/>
                          <a:ea typeface="Segoe UI Semibold" pitchFamily="34" charset="-122"/>
                          <a:cs typeface="Segoe UI Semibold" pitchFamily="34" charset="-120"/>
                        </a:rPr>
                        <a:t>✕</a:t>
                      </a:r>
                      <a:endParaRPr lang="en-US" sz="2000" dirty="0">
                        <a:latin typeface="Segoe UI Semibold" charset="0"/>
                        <a:ea typeface="Segoe UI Semibold" charset="0"/>
                        <a:cs typeface="Segoe UI Semibold" charset="0"/>
                      </a:endParaRPr>
                    </a:p>
                  </a:txBody>
                  <a:tcPr marL="101600" marR="101600" marT="0" marB="0" anchor="ctr">
                    <a:lnL w="0" cap="flat" cmpd="sng" algn="ctr">
                      <a:noFill/>
                    </a:lnL>
                    <a:lnR w="0" cap="flat" cmpd="sng" algn="ctr">
                      <a:noFill/>
                    </a:lnR>
                    <a:lnT w="0" cap="flat" cmpd="sng" algn="ctr">
                      <a:noFill/>
                    </a:lnT>
                    <a:lnB w="12700" cap="flat" cmpd="sng" algn="ctr">
                      <a:solidFill>
                        <a:srgbClr val="C9C9C4"/>
                      </a:solidFill>
                      <a:prstDash val="solid"/>
                      <a:round/>
                      <a:headEnd type="none" w="med" len="med"/>
                      <a:tailEnd type="none" w="med" len="med"/>
                    </a:lnB>
                    <a:solidFill>
                      <a:srgbClr val="F4F4F1"/>
                    </a:solidFill>
                  </a:tcPr>
                </a:tc>
                <a:tc>
                  <a:txBody>
                    <a:bodyPr/>
                    <a:lstStyle/>
                    <a:p>
                      <a:pPr algn="ctr" indent="0" marL="0">
                        <a:buNone/>
                      </a:pPr>
                      <a:r>
                        <a:rPr lang="en-US" sz="2000" dirty="0">
                          <a:solidFill>
                            <a:srgbClr val="9A9AA1"/>
                          </a:solidFill>
                          <a:latin typeface="Segoe UI Semibold" pitchFamily="34" charset="0"/>
                          <a:ea typeface="Segoe UI Semibold" pitchFamily="34" charset="-122"/>
                          <a:cs typeface="Segoe UI Semibold" pitchFamily="34" charset="-120"/>
                        </a:rPr>
                        <a:t>✕</a:t>
                      </a:r>
                      <a:endParaRPr lang="en-US" sz="2000" dirty="0">
                        <a:latin typeface="Segoe UI Semibold" charset="0"/>
                        <a:ea typeface="Segoe UI Semibold" charset="0"/>
                        <a:cs typeface="Segoe UI Semibold" charset="0"/>
                      </a:endParaRPr>
                    </a:p>
                  </a:txBody>
                  <a:tcPr marL="101600" marR="101600" marT="0" marB="0" anchor="ctr">
                    <a:lnL w="0" cap="flat" cmpd="sng" algn="ctr">
                      <a:noFill/>
                    </a:lnL>
                    <a:lnR w="0" cap="flat" cmpd="sng" algn="ctr">
                      <a:noFill/>
                    </a:lnR>
                    <a:lnT w="0" cap="flat" cmpd="sng" algn="ctr">
                      <a:noFill/>
                    </a:lnT>
                    <a:lnB w="12700" cap="flat" cmpd="sng" algn="ctr">
                      <a:solidFill>
                        <a:srgbClr val="C9C9C4"/>
                      </a:solidFill>
                      <a:prstDash val="solid"/>
                      <a:round/>
                      <a:headEnd type="none" w="med" len="med"/>
                      <a:tailEnd type="none" w="med" len="med"/>
                    </a:lnB>
                    <a:solidFill>
                      <a:srgbClr val="F4F4F1"/>
                    </a:solidFill>
                  </a:tcPr>
                </a:tc>
                <a:tc>
                  <a:txBody>
                    <a:bodyPr/>
                    <a:lstStyle/>
                    <a:p>
                      <a:pPr algn="ctr" indent="0" marL="0">
                        <a:buNone/>
                      </a:pPr>
                      <a:r>
                        <a:rPr lang="en-US" sz="2000" dirty="0">
                          <a:solidFill>
                            <a:srgbClr val="9A9AA1"/>
                          </a:solidFill>
                          <a:latin typeface="Segoe UI Semibold" pitchFamily="34" charset="0"/>
                          <a:ea typeface="Segoe UI Semibold" pitchFamily="34" charset="-122"/>
                          <a:cs typeface="Segoe UI Semibold" pitchFamily="34" charset="-120"/>
                        </a:rPr>
                        <a:t>✕</a:t>
                      </a:r>
                      <a:endParaRPr lang="en-US" sz="2000" dirty="0">
                        <a:latin typeface="Segoe UI Semibold" charset="0"/>
                        <a:ea typeface="Segoe UI Semibold" charset="0"/>
                        <a:cs typeface="Segoe UI Semibold" charset="0"/>
                      </a:endParaRPr>
                    </a:p>
                  </a:txBody>
                  <a:tcPr marL="101600" marR="101600" marT="0" marB="0" anchor="ctr">
                    <a:lnL w="0" cap="flat" cmpd="sng" algn="ctr">
                      <a:noFill/>
                    </a:lnL>
                    <a:lnR w="0" cap="flat" cmpd="sng" algn="ctr">
                      <a:noFill/>
                    </a:lnR>
                    <a:lnT w="0" cap="flat" cmpd="sng" algn="ctr">
                      <a:noFill/>
                    </a:lnT>
                    <a:lnB w="12700" cap="flat" cmpd="sng" algn="ctr">
                      <a:solidFill>
                        <a:srgbClr val="C9C9C4"/>
                      </a:solidFill>
                      <a:prstDash val="solid"/>
                      <a:round/>
                      <a:headEnd type="none" w="med" len="med"/>
                      <a:tailEnd type="none" w="med" len="med"/>
                    </a:lnB>
                    <a:solidFill>
                      <a:srgbClr val="F4F4F1"/>
                    </a:solidFill>
                  </a:tcPr>
                </a:tc>
              </a:tr>
              <a:tr h="558800">
                <a:tc>
                  <a:txBody>
                    <a:bodyPr/>
                    <a:lstStyle/>
                    <a:p>
                      <a:pPr algn="l" indent="0" marL="0">
                        <a:buNone/>
                      </a:pPr>
                      <a:r>
                        <a:rPr lang="en-US" sz="1500" dirty="0">
                          <a:solidFill>
                            <a:srgbClr val="121214"/>
                          </a:solidFill>
                          <a:latin typeface="Segoe UI" pitchFamily="34" charset="0"/>
                          <a:ea typeface="Segoe UI" pitchFamily="34" charset="-122"/>
                          <a:cs typeface="Segoe UI" pitchFamily="34" charset="-120"/>
                        </a:rPr>
                        <a:t>Two people can never get the same bay</a:t>
                      </a:r>
                      <a:endParaRPr lang="en-US" sz="1500" dirty="0">
                        <a:latin typeface="Segoe UI" charset="0"/>
                        <a:ea typeface="Segoe UI" charset="0"/>
                        <a:cs typeface="Segoe UI" charset="0"/>
                      </a:endParaRPr>
                    </a:p>
                  </a:txBody>
                  <a:tcPr marL="101600" marR="101600" marT="0" marB="0" anchor="ctr">
                    <a:lnL w="0" cap="flat" cmpd="sng" algn="ctr">
                      <a:noFill/>
                    </a:lnL>
                    <a:lnR w="0" cap="flat" cmpd="sng" algn="ctr">
                      <a:noFill/>
                    </a:lnR>
                    <a:lnT w="0" cap="flat" cmpd="sng" algn="ctr">
                      <a:noFill/>
                    </a:lnT>
                    <a:lnB w="12700" cap="flat" cmpd="sng" algn="ctr">
                      <a:solidFill>
                        <a:srgbClr val="C9C9C4"/>
                      </a:solidFill>
                      <a:prstDash val="solid"/>
                      <a:round/>
                      <a:headEnd type="none" w="med" len="med"/>
                      <a:tailEnd type="none" w="med" len="med"/>
                    </a:lnB>
                    <a:solidFill>
                      <a:srgbClr val="F4F4F1"/>
                    </a:solidFill>
                  </a:tcPr>
                </a:tc>
                <a:tc>
                  <a:txBody>
                    <a:bodyPr/>
                    <a:lstStyle/>
                    <a:p>
                      <a:pPr algn="ctr" indent="0" marL="0">
                        <a:buNone/>
                      </a:pPr>
                      <a:r>
                        <a:rPr lang="en-US" sz="2000" b="1" dirty="0">
                          <a:solidFill>
                            <a:srgbClr val="17170F"/>
                          </a:solidFill>
                          <a:latin typeface="Segoe UI Semibold" pitchFamily="34" charset="0"/>
                          <a:ea typeface="Segoe UI Semibold" pitchFamily="34" charset="-122"/>
                          <a:cs typeface="Segoe UI Semibold" pitchFamily="34" charset="-120"/>
                        </a:rPr>
                        <a:t>✓</a:t>
                      </a:r>
                      <a:endParaRPr lang="en-US" sz="2000" dirty="0">
                        <a:latin typeface="Segoe UI Semibold" charset="0"/>
                        <a:ea typeface="Segoe UI Semibold" charset="0"/>
                        <a:cs typeface="Segoe UI Semibold" charset="0"/>
                      </a:endParaRPr>
                    </a:p>
                  </a:txBody>
                  <a:tcPr marL="101600" marR="101600" marT="0" marB="0" anchor="ctr">
                    <a:lnL w="0" cap="flat" cmpd="sng" algn="ctr">
                      <a:noFill/>
                    </a:lnL>
                    <a:lnR w="0" cap="flat" cmpd="sng" algn="ctr">
                      <a:noFill/>
                    </a:lnR>
                    <a:lnT w="0" cap="flat" cmpd="sng" algn="ctr">
                      <a:noFill/>
                    </a:lnT>
                    <a:lnB w="12700" cap="flat" cmpd="sng" algn="ctr">
                      <a:solidFill>
                        <a:srgbClr val="C9C9C4"/>
                      </a:solidFill>
                      <a:prstDash val="solid"/>
                      <a:round/>
                      <a:headEnd type="none" w="med" len="med"/>
                      <a:tailEnd type="none" w="med" len="med"/>
                    </a:lnB>
                    <a:solidFill>
                      <a:srgbClr val="FFE48F"/>
                    </a:solidFill>
                  </a:tcPr>
                </a:tc>
                <a:tc>
                  <a:txBody>
                    <a:bodyPr/>
                    <a:lstStyle/>
                    <a:p>
                      <a:pPr algn="ctr" indent="0" marL="0">
                        <a:buNone/>
                      </a:pPr>
                      <a:r>
                        <a:rPr lang="en-US" sz="2000" dirty="0">
                          <a:solidFill>
                            <a:srgbClr val="9A9AA1"/>
                          </a:solidFill>
                          <a:latin typeface="Segoe UI Semibold" pitchFamily="34" charset="0"/>
                          <a:ea typeface="Segoe UI Semibold" pitchFamily="34" charset="-122"/>
                          <a:cs typeface="Segoe UI Semibold" pitchFamily="34" charset="-120"/>
                        </a:rPr>
                        <a:t>—</a:t>
                      </a:r>
                      <a:endParaRPr lang="en-US" sz="2000" dirty="0">
                        <a:latin typeface="Segoe UI Semibold" charset="0"/>
                        <a:ea typeface="Segoe UI Semibold" charset="0"/>
                        <a:cs typeface="Segoe UI Semibold" charset="0"/>
                      </a:endParaRPr>
                    </a:p>
                  </a:txBody>
                  <a:tcPr marL="101600" marR="101600" marT="0" marB="0" anchor="ctr">
                    <a:lnL w="0" cap="flat" cmpd="sng" algn="ctr">
                      <a:noFill/>
                    </a:lnL>
                    <a:lnR w="0" cap="flat" cmpd="sng" algn="ctr">
                      <a:noFill/>
                    </a:lnR>
                    <a:lnT w="0" cap="flat" cmpd="sng" algn="ctr">
                      <a:noFill/>
                    </a:lnT>
                    <a:lnB w="12700" cap="flat" cmpd="sng" algn="ctr">
                      <a:solidFill>
                        <a:srgbClr val="C9C9C4"/>
                      </a:solidFill>
                      <a:prstDash val="solid"/>
                      <a:round/>
                      <a:headEnd type="none" w="med" len="med"/>
                      <a:tailEnd type="none" w="med" len="med"/>
                    </a:lnB>
                    <a:solidFill>
                      <a:srgbClr val="F4F4F1"/>
                    </a:solidFill>
                  </a:tcPr>
                </a:tc>
                <a:tc>
                  <a:txBody>
                    <a:bodyPr/>
                    <a:lstStyle/>
                    <a:p>
                      <a:pPr algn="ctr" indent="0" marL="0">
                        <a:buNone/>
                      </a:pPr>
                      <a:r>
                        <a:rPr lang="en-US" sz="2000" dirty="0">
                          <a:solidFill>
                            <a:srgbClr val="9A9AA1"/>
                          </a:solidFill>
                          <a:latin typeface="Segoe UI Semibold" pitchFamily="34" charset="0"/>
                          <a:ea typeface="Segoe UI Semibold" pitchFamily="34" charset="-122"/>
                          <a:cs typeface="Segoe UI Semibold" pitchFamily="34" charset="-120"/>
                        </a:rPr>
                        <a:t>—</a:t>
                      </a:r>
                      <a:endParaRPr lang="en-US" sz="2000" dirty="0">
                        <a:latin typeface="Segoe UI Semibold" charset="0"/>
                        <a:ea typeface="Segoe UI Semibold" charset="0"/>
                        <a:cs typeface="Segoe UI Semibold" charset="0"/>
                      </a:endParaRPr>
                    </a:p>
                  </a:txBody>
                  <a:tcPr marL="101600" marR="101600" marT="0" marB="0" anchor="ctr">
                    <a:lnL w="0" cap="flat" cmpd="sng" algn="ctr">
                      <a:noFill/>
                    </a:lnL>
                    <a:lnR w="0" cap="flat" cmpd="sng" algn="ctr">
                      <a:noFill/>
                    </a:lnR>
                    <a:lnT w="0" cap="flat" cmpd="sng" algn="ctr">
                      <a:noFill/>
                    </a:lnT>
                    <a:lnB w="12700" cap="flat" cmpd="sng" algn="ctr">
                      <a:solidFill>
                        <a:srgbClr val="C9C9C4"/>
                      </a:solidFill>
                      <a:prstDash val="solid"/>
                      <a:round/>
                      <a:headEnd type="none" w="med" len="med"/>
                      <a:tailEnd type="none" w="med" len="med"/>
                    </a:lnB>
                    <a:solidFill>
                      <a:srgbClr val="F4F4F1"/>
                    </a:solidFill>
                  </a:tcPr>
                </a:tc>
                <a:tc>
                  <a:txBody>
                    <a:bodyPr/>
                    <a:lstStyle/>
                    <a:p>
                      <a:pPr algn="ctr" indent="0" marL="0">
                        <a:buNone/>
                      </a:pPr>
                      <a:r>
                        <a:rPr lang="en-US" sz="2000" dirty="0">
                          <a:solidFill>
                            <a:srgbClr val="9A9AA1"/>
                          </a:solidFill>
                          <a:latin typeface="Segoe UI Semibold" pitchFamily="34" charset="0"/>
                          <a:ea typeface="Segoe UI Semibold" pitchFamily="34" charset="-122"/>
                          <a:cs typeface="Segoe UI Semibold" pitchFamily="34" charset="-120"/>
                        </a:rPr>
                        <a:t>✕</a:t>
                      </a:r>
                      <a:endParaRPr lang="en-US" sz="2000" dirty="0">
                        <a:latin typeface="Segoe UI Semibold" charset="0"/>
                        <a:ea typeface="Segoe UI Semibold" charset="0"/>
                        <a:cs typeface="Segoe UI Semibold" charset="0"/>
                      </a:endParaRPr>
                    </a:p>
                  </a:txBody>
                  <a:tcPr marL="101600" marR="101600" marT="0" marB="0" anchor="ctr">
                    <a:lnL w="0" cap="flat" cmpd="sng" algn="ctr">
                      <a:noFill/>
                    </a:lnL>
                    <a:lnR w="0" cap="flat" cmpd="sng" algn="ctr">
                      <a:noFill/>
                    </a:lnR>
                    <a:lnT w="0" cap="flat" cmpd="sng" algn="ctr">
                      <a:noFill/>
                    </a:lnT>
                    <a:lnB w="12700" cap="flat" cmpd="sng" algn="ctr">
                      <a:solidFill>
                        <a:srgbClr val="C9C9C4"/>
                      </a:solidFill>
                      <a:prstDash val="solid"/>
                      <a:round/>
                      <a:headEnd type="none" w="med" len="med"/>
                      <a:tailEnd type="none" w="med" len="med"/>
                    </a:lnB>
                    <a:solidFill>
                      <a:srgbClr val="F4F4F1"/>
                    </a:solidFill>
                  </a:tcPr>
                </a:tc>
              </a:tr>
              <a:tr h="558800">
                <a:tc>
                  <a:txBody>
                    <a:bodyPr/>
                    <a:lstStyle/>
                    <a:p>
                      <a:pPr algn="l" indent="0" marL="0">
                        <a:buNone/>
                      </a:pPr>
                      <a:r>
                        <a:rPr lang="en-US" sz="1500" dirty="0">
                          <a:solidFill>
                            <a:srgbClr val="121214"/>
                          </a:solidFill>
                          <a:latin typeface="Segoe UI" pitchFamily="34" charset="0"/>
                          <a:ea typeface="Segoe UI" pitchFamily="34" charset="-122"/>
                          <a:cs typeface="Segoe UI" pitchFamily="34" charset="-120"/>
                        </a:rPr>
                        <a:t>No hardware in the lot</a:t>
                      </a:r>
                      <a:endParaRPr lang="en-US" sz="1500" dirty="0">
                        <a:latin typeface="Segoe UI" charset="0"/>
                        <a:ea typeface="Segoe UI" charset="0"/>
                        <a:cs typeface="Segoe UI" charset="0"/>
                      </a:endParaRPr>
                    </a:p>
                  </a:txBody>
                  <a:tcPr marL="101600" marR="101600" marT="0" marB="0" anchor="ctr">
                    <a:lnL w="0" cap="flat" cmpd="sng" algn="ctr">
                      <a:noFill/>
                    </a:lnL>
                    <a:lnR w="0" cap="flat" cmpd="sng" algn="ctr">
                      <a:noFill/>
                    </a:lnR>
                    <a:lnT w="0" cap="flat" cmpd="sng" algn="ctr">
                      <a:noFill/>
                    </a:lnT>
                    <a:lnB w="12700" cap="flat" cmpd="sng" algn="ctr">
                      <a:solidFill>
                        <a:srgbClr val="C9C9C4"/>
                      </a:solidFill>
                      <a:prstDash val="solid"/>
                      <a:round/>
                      <a:headEnd type="none" w="med" len="med"/>
                      <a:tailEnd type="none" w="med" len="med"/>
                    </a:lnB>
                    <a:solidFill>
                      <a:srgbClr val="F4F4F1"/>
                    </a:solidFill>
                  </a:tcPr>
                </a:tc>
                <a:tc>
                  <a:txBody>
                    <a:bodyPr/>
                    <a:lstStyle/>
                    <a:p>
                      <a:pPr algn="ctr" indent="0" marL="0">
                        <a:buNone/>
                      </a:pPr>
                      <a:r>
                        <a:rPr lang="en-US" sz="2000" b="1" dirty="0">
                          <a:solidFill>
                            <a:srgbClr val="17170F"/>
                          </a:solidFill>
                          <a:latin typeface="Segoe UI Semibold" pitchFamily="34" charset="0"/>
                          <a:ea typeface="Segoe UI Semibold" pitchFamily="34" charset="-122"/>
                          <a:cs typeface="Segoe UI Semibold" pitchFamily="34" charset="-120"/>
                        </a:rPr>
                        <a:t>✓</a:t>
                      </a:r>
                      <a:endParaRPr lang="en-US" sz="2000" dirty="0">
                        <a:latin typeface="Segoe UI Semibold" charset="0"/>
                        <a:ea typeface="Segoe UI Semibold" charset="0"/>
                        <a:cs typeface="Segoe UI Semibold" charset="0"/>
                      </a:endParaRPr>
                    </a:p>
                  </a:txBody>
                  <a:tcPr marL="101600" marR="101600" marT="0" marB="0" anchor="ctr">
                    <a:lnL w="0" cap="flat" cmpd="sng" algn="ctr">
                      <a:noFill/>
                    </a:lnL>
                    <a:lnR w="0" cap="flat" cmpd="sng" algn="ctr">
                      <a:noFill/>
                    </a:lnR>
                    <a:lnT w="0" cap="flat" cmpd="sng" algn="ctr">
                      <a:noFill/>
                    </a:lnT>
                    <a:lnB w="12700" cap="flat" cmpd="sng" algn="ctr">
                      <a:solidFill>
                        <a:srgbClr val="C9C9C4"/>
                      </a:solidFill>
                      <a:prstDash val="solid"/>
                      <a:round/>
                      <a:headEnd type="none" w="med" len="med"/>
                      <a:tailEnd type="none" w="med" len="med"/>
                    </a:lnB>
                    <a:solidFill>
                      <a:srgbClr val="FFE48F"/>
                    </a:solidFill>
                  </a:tcPr>
                </a:tc>
                <a:tc>
                  <a:txBody>
                    <a:bodyPr/>
                    <a:lstStyle/>
                    <a:p>
                      <a:pPr algn="ctr" indent="0" marL="0">
                        <a:buNone/>
                      </a:pPr>
                      <a:r>
                        <a:rPr lang="en-US" sz="2000" b="1" dirty="0">
                          <a:solidFill>
                            <a:srgbClr val="8A6400"/>
                          </a:solidFill>
                          <a:latin typeface="Segoe UI Semibold" pitchFamily="34" charset="0"/>
                          <a:ea typeface="Segoe UI Semibold" pitchFamily="34" charset="-122"/>
                          <a:cs typeface="Segoe UI Semibold" pitchFamily="34" charset="-120"/>
                        </a:rPr>
                        <a:t>✓</a:t>
                      </a:r>
                      <a:endParaRPr lang="en-US" sz="2000" dirty="0">
                        <a:latin typeface="Segoe UI Semibold" charset="0"/>
                        <a:ea typeface="Segoe UI Semibold" charset="0"/>
                        <a:cs typeface="Segoe UI Semibold" charset="0"/>
                      </a:endParaRPr>
                    </a:p>
                  </a:txBody>
                  <a:tcPr marL="101600" marR="101600" marT="0" marB="0" anchor="ctr">
                    <a:lnL w="0" cap="flat" cmpd="sng" algn="ctr">
                      <a:noFill/>
                    </a:lnL>
                    <a:lnR w="0" cap="flat" cmpd="sng" algn="ctr">
                      <a:noFill/>
                    </a:lnR>
                    <a:lnT w="0" cap="flat" cmpd="sng" algn="ctr">
                      <a:noFill/>
                    </a:lnT>
                    <a:lnB w="12700" cap="flat" cmpd="sng" algn="ctr">
                      <a:solidFill>
                        <a:srgbClr val="C9C9C4"/>
                      </a:solidFill>
                      <a:prstDash val="solid"/>
                      <a:round/>
                      <a:headEnd type="none" w="med" len="med"/>
                      <a:tailEnd type="none" w="med" len="med"/>
                    </a:lnB>
                    <a:solidFill>
                      <a:srgbClr val="F4F4F1"/>
                    </a:solidFill>
                  </a:tcPr>
                </a:tc>
                <a:tc>
                  <a:txBody>
                    <a:bodyPr/>
                    <a:lstStyle/>
                    <a:p>
                      <a:pPr algn="ctr" indent="0" marL="0">
                        <a:buNone/>
                      </a:pPr>
                      <a:r>
                        <a:rPr lang="en-US" sz="2000" dirty="0">
                          <a:solidFill>
                            <a:srgbClr val="9A9AA1"/>
                          </a:solidFill>
                          <a:latin typeface="Segoe UI Semibold" pitchFamily="34" charset="0"/>
                          <a:ea typeface="Segoe UI Semibold" pitchFamily="34" charset="-122"/>
                          <a:cs typeface="Segoe UI Semibold" pitchFamily="34" charset="-120"/>
                        </a:rPr>
                        <a:t>✕</a:t>
                      </a:r>
                      <a:endParaRPr lang="en-US" sz="2000" dirty="0">
                        <a:latin typeface="Segoe UI Semibold" charset="0"/>
                        <a:ea typeface="Segoe UI Semibold" charset="0"/>
                        <a:cs typeface="Segoe UI Semibold" charset="0"/>
                      </a:endParaRPr>
                    </a:p>
                  </a:txBody>
                  <a:tcPr marL="101600" marR="101600" marT="0" marB="0" anchor="ctr">
                    <a:lnL w="0" cap="flat" cmpd="sng" algn="ctr">
                      <a:noFill/>
                    </a:lnL>
                    <a:lnR w="0" cap="flat" cmpd="sng" algn="ctr">
                      <a:noFill/>
                    </a:lnR>
                    <a:lnT w="0" cap="flat" cmpd="sng" algn="ctr">
                      <a:noFill/>
                    </a:lnT>
                    <a:lnB w="12700" cap="flat" cmpd="sng" algn="ctr">
                      <a:solidFill>
                        <a:srgbClr val="C9C9C4"/>
                      </a:solidFill>
                      <a:prstDash val="solid"/>
                      <a:round/>
                      <a:headEnd type="none" w="med" len="med"/>
                      <a:tailEnd type="none" w="med" len="med"/>
                    </a:lnB>
                    <a:solidFill>
                      <a:srgbClr val="F4F4F1"/>
                    </a:solidFill>
                  </a:tcPr>
                </a:tc>
                <a:tc>
                  <a:txBody>
                    <a:bodyPr/>
                    <a:lstStyle/>
                    <a:p>
                      <a:pPr algn="ctr" indent="0" marL="0">
                        <a:buNone/>
                      </a:pPr>
                      <a:r>
                        <a:rPr lang="en-US" sz="2000" b="1" dirty="0">
                          <a:solidFill>
                            <a:srgbClr val="8A6400"/>
                          </a:solidFill>
                          <a:latin typeface="Segoe UI Semibold" pitchFamily="34" charset="0"/>
                          <a:ea typeface="Segoe UI Semibold" pitchFamily="34" charset="-122"/>
                          <a:cs typeface="Segoe UI Semibold" pitchFamily="34" charset="-120"/>
                        </a:rPr>
                        <a:t>✓</a:t>
                      </a:r>
                      <a:endParaRPr lang="en-US" sz="2000" dirty="0">
                        <a:latin typeface="Segoe UI Semibold" charset="0"/>
                        <a:ea typeface="Segoe UI Semibold" charset="0"/>
                        <a:cs typeface="Segoe UI Semibold" charset="0"/>
                      </a:endParaRPr>
                    </a:p>
                  </a:txBody>
                  <a:tcPr marL="101600" marR="101600" marT="0" marB="0" anchor="ctr">
                    <a:lnL w="0" cap="flat" cmpd="sng" algn="ctr">
                      <a:noFill/>
                    </a:lnL>
                    <a:lnR w="0" cap="flat" cmpd="sng" algn="ctr">
                      <a:noFill/>
                    </a:lnR>
                    <a:lnT w="0" cap="flat" cmpd="sng" algn="ctr">
                      <a:noFill/>
                    </a:lnT>
                    <a:lnB w="12700" cap="flat" cmpd="sng" algn="ctr">
                      <a:solidFill>
                        <a:srgbClr val="C9C9C4"/>
                      </a:solidFill>
                      <a:prstDash val="solid"/>
                      <a:round/>
                      <a:headEnd type="none" w="med" len="med"/>
                      <a:tailEnd type="none" w="med" len="med"/>
                    </a:lnB>
                    <a:solidFill>
                      <a:srgbClr val="F4F4F1"/>
                    </a:solidFill>
                  </a:tcPr>
                </a:tc>
              </a:tr>
              <a:tr h="558800">
                <a:tc>
                  <a:txBody>
                    <a:bodyPr/>
                    <a:lstStyle/>
                    <a:p>
                      <a:pPr algn="l" indent="0" marL="0">
                        <a:buNone/>
                      </a:pPr>
                      <a:r>
                        <a:rPr lang="en-US" sz="1500" dirty="0">
                          <a:solidFill>
                            <a:srgbClr val="121214"/>
                          </a:solidFill>
                          <a:latin typeface="Segoe UI" pitchFamily="34" charset="0"/>
                          <a:ea typeface="Segoe UI" pitchFamily="34" charset="-122"/>
                          <a:cs typeface="Segoe UI" pitchFamily="34" charset="-120"/>
                        </a:rPr>
                        <a:t>Works in any phone browser</a:t>
                      </a:r>
                      <a:endParaRPr lang="en-US" sz="1500" dirty="0">
                        <a:latin typeface="Segoe UI" charset="0"/>
                        <a:ea typeface="Segoe UI" charset="0"/>
                        <a:cs typeface="Segoe UI" charset="0"/>
                      </a:endParaRPr>
                    </a:p>
                  </a:txBody>
                  <a:tcPr marL="101600" marR="101600" marT="0" marB="0" anchor="ctr">
                    <a:lnL w="0" cap="flat" cmpd="sng" algn="ctr">
                      <a:noFill/>
                    </a:lnL>
                    <a:lnR w="0" cap="flat" cmpd="sng" algn="ctr">
                      <a:noFill/>
                    </a:lnR>
                    <a:lnT w="0" cap="flat" cmpd="sng" algn="ctr">
                      <a:noFill/>
                    </a:lnT>
                    <a:lnB w="12700" cap="flat" cmpd="sng" algn="ctr">
                      <a:solidFill>
                        <a:srgbClr val="C9C9C4"/>
                      </a:solidFill>
                      <a:prstDash val="solid"/>
                      <a:round/>
                      <a:headEnd type="none" w="med" len="med"/>
                      <a:tailEnd type="none" w="med" len="med"/>
                    </a:lnB>
                    <a:solidFill>
                      <a:srgbClr val="F4F4F1"/>
                    </a:solidFill>
                  </a:tcPr>
                </a:tc>
                <a:tc>
                  <a:txBody>
                    <a:bodyPr/>
                    <a:lstStyle/>
                    <a:p>
                      <a:pPr algn="ctr" indent="0" marL="0">
                        <a:buNone/>
                      </a:pPr>
                      <a:r>
                        <a:rPr lang="en-US" sz="2000" b="1" dirty="0">
                          <a:solidFill>
                            <a:srgbClr val="17170F"/>
                          </a:solidFill>
                          <a:latin typeface="Segoe UI Semibold" pitchFamily="34" charset="0"/>
                          <a:ea typeface="Segoe UI Semibold" pitchFamily="34" charset="-122"/>
                          <a:cs typeface="Segoe UI Semibold" pitchFamily="34" charset="-120"/>
                        </a:rPr>
                        <a:t>✓</a:t>
                      </a:r>
                      <a:endParaRPr lang="en-US" sz="2000" dirty="0">
                        <a:latin typeface="Segoe UI Semibold" charset="0"/>
                        <a:ea typeface="Segoe UI Semibold" charset="0"/>
                        <a:cs typeface="Segoe UI Semibold" charset="0"/>
                      </a:endParaRPr>
                    </a:p>
                  </a:txBody>
                  <a:tcPr marL="101600" marR="101600" marT="0" marB="0" anchor="ctr">
                    <a:lnL w="0" cap="flat" cmpd="sng" algn="ctr">
                      <a:noFill/>
                    </a:lnL>
                    <a:lnR w="0" cap="flat" cmpd="sng" algn="ctr">
                      <a:noFill/>
                    </a:lnR>
                    <a:lnT w="0" cap="flat" cmpd="sng" algn="ctr">
                      <a:noFill/>
                    </a:lnT>
                    <a:lnB w="12700" cap="flat" cmpd="sng" algn="ctr">
                      <a:solidFill>
                        <a:srgbClr val="C9C9C4"/>
                      </a:solidFill>
                      <a:prstDash val="solid"/>
                      <a:round/>
                      <a:headEnd type="none" w="med" len="med"/>
                      <a:tailEnd type="none" w="med" len="med"/>
                    </a:lnB>
                    <a:solidFill>
                      <a:srgbClr val="FFE48F"/>
                    </a:solidFill>
                  </a:tcPr>
                </a:tc>
                <a:tc>
                  <a:txBody>
                    <a:bodyPr/>
                    <a:lstStyle/>
                    <a:p>
                      <a:pPr algn="ctr" indent="0" marL="0">
                        <a:buNone/>
                      </a:pPr>
                      <a:r>
                        <a:rPr lang="en-US" sz="2000" b="1" dirty="0">
                          <a:solidFill>
                            <a:srgbClr val="8A6400"/>
                          </a:solidFill>
                          <a:latin typeface="Segoe UI Semibold" pitchFamily="34" charset="0"/>
                          <a:ea typeface="Segoe UI Semibold" pitchFamily="34" charset="-122"/>
                          <a:cs typeface="Segoe UI Semibold" pitchFamily="34" charset="-120"/>
                        </a:rPr>
                        <a:t>✓</a:t>
                      </a:r>
                      <a:endParaRPr lang="en-US" sz="2000" dirty="0">
                        <a:latin typeface="Segoe UI Semibold" charset="0"/>
                        <a:ea typeface="Segoe UI Semibold" charset="0"/>
                        <a:cs typeface="Segoe UI Semibold" charset="0"/>
                      </a:endParaRPr>
                    </a:p>
                  </a:txBody>
                  <a:tcPr marL="101600" marR="101600" marT="0" marB="0" anchor="ctr">
                    <a:lnL w="0" cap="flat" cmpd="sng" algn="ctr">
                      <a:noFill/>
                    </a:lnL>
                    <a:lnR w="0" cap="flat" cmpd="sng" algn="ctr">
                      <a:noFill/>
                    </a:lnR>
                    <a:lnT w="0" cap="flat" cmpd="sng" algn="ctr">
                      <a:noFill/>
                    </a:lnT>
                    <a:lnB w="12700" cap="flat" cmpd="sng" algn="ctr">
                      <a:solidFill>
                        <a:srgbClr val="C9C9C4"/>
                      </a:solidFill>
                      <a:prstDash val="solid"/>
                      <a:round/>
                      <a:headEnd type="none" w="med" len="med"/>
                      <a:tailEnd type="none" w="med" len="med"/>
                    </a:lnB>
                    <a:solidFill>
                      <a:srgbClr val="F4F4F1"/>
                    </a:solidFill>
                  </a:tcPr>
                </a:tc>
                <a:tc>
                  <a:txBody>
                    <a:bodyPr/>
                    <a:lstStyle/>
                    <a:p>
                      <a:pPr algn="ctr" indent="0" marL="0">
                        <a:buNone/>
                      </a:pPr>
                      <a:r>
                        <a:rPr lang="en-US" sz="2000" dirty="0">
                          <a:solidFill>
                            <a:srgbClr val="9A9AA1"/>
                          </a:solidFill>
                          <a:latin typeface="Segoe UI Semibold" pitchFamily="34" charset="0"/>
                          <a:ea typeface="Segoe UI Semibold" pitchFamily="34" charset="-122"/>
                          <a:cs typeface="Segoe UI Semibold" pitchFamily="34" charset="-120"/>
                        </a:rPr>
                        <a:t>✕</a:t>
                      </a:r>
                      <a:endParaRPr lang="en-US" sz="2000" dirty="0">
                        <a:latin typeface="Segoe UI Semibold" charset="0"/>
                        <a:ea typeface="Segoe UI Semibold" charset="0"/>
                        <a:cs typeface="Segoe UI Semibold" charset="0"/>
                      </a:endParaRPr>
                    </a:p>
                  </a:txBody>
                  <a:tcPr marL="101600" marR="101600" marT="0" marB="0" anchor="ctr">
                    <a:lnL w="0" cap="flat" cmpd="sng" algn="ctr">
                      <a:noFill/>
                    </a:lnL>
                    <a:lnR w="0" cap="flat" cmpd="sng" algn="ctr">
                      <a:noFill/>
                    </a:lnR>
                    <a:lnT w="0" cap="flat" cmpd="sng" algn="ctr">
                      <a:noFill/>
                    </a:lnT>
                    <a:lnB w="12700" cap="flat" cmpd="sng" algn="ctr">
                      <a:solidFill>
                        <a:srgbClr val="C9C9C4"/>
                      </a:solidFill>
                      <a:prstDash val="solid"/>
                      <a:round/>
                      <a:headEnd type="none" w="med" len="med"/>
                      <a:tailEnd type="none" w="med" len="med"/>
                    </a:lnB>
                    <a:solidFill>
                      <a:srgbClr val="F4F4F1"/>
                    </a:solidFill>
                  </a:tcPr>
                </a:tc>
                <a:tc>
                  <a:txBody>
                    <a:bodyPr/>
                    <a:lstStyle/>
                    <a:p>
                      <a:pPr algn="ctr" indent="0" marL="0">
                        <a:buNone/>
                      </a:pPr>
                      <a:r>
                        <a:rPr lang="en-US" sz="2000" dirty="0">
                          <a:solidFill>
                            <a:srgbClr val="9A9AA1"/>
                          </a:solidFill>
                          <a:latin typeface="Segoe UI Semibold" pitchFamily="34" charset="0"/>
                          <a:ea typeface="Segoe UI Semibold" pitchFamily="34" charset="-122"/>
                          <a:cs typeface="Segoe UI Semibold" pitchFamily="34" charset="-120"/>
                        </a:rPr>
                        <a:t>✕</a:t>
                      </a:r>
                      <a:endParaRPr lang="en-US" sz="2000" dirty="0">
                        <a:latin typeface="Segoe UI Semibold" charset="0"/>
                        <a:ea typeface="Segoe UI Semibold" charset="0"/>
                        <a:cs typeface="Segoe UI Semibold" charset="0"/>
                      </a:endParaRPr>
                    </a:p>
                  </a:txBody>
                  <a:tcPr marL="101600" marR="101600" marT="0" marB="0" anchor="ctr">
                    <a:lnL w="0" cap="flat" cmpd="sng" algn="ctr">
                      <a:noFill/>
                    </a:lnL>
                    <a:lnR w="0" cap="flat" cmpd="sng" algn="ctr">
                      <a:noFill/>
                    </a:lnR>
                    <a:lnT w="0" cap="flat" cmpd="sng" algn="ctr">
                      <a:noFill/>
                    </a:lnT>
                    <a:lnB w="12700" cap="flat" cmpd="sng" algn="ctr">
                      <a:solidFill>
                        <a:srgbClr val="C9C9C4"/>
                      </a:solidFill>
                      <a:prstDash val="solid"/>
                      <a:round/>
                      <a:headEnd type="none" w="med" len="med"/>
                      <a:tailEnd type="none" w="med" len="med"/>
                    </a:lnB>
                    <a:solidFill>
                      <a:srgbClr val="F4F4F1"/>
                    </a:solidFill>
                  </a:tcPr>
                </a:tc>
              </a:tr>
            </a:tbl>
          </a:graphicData>
        </a:graphic>
      </p:graphicFrame>
      <p:sp>
        <p:nvSpPr>
          <p:cNvPr id="10" name="Text 7"/>
          <p:cNvSpPr txBox="1"/>
          <p:nvPr/>
        </p:nvSpPr>
        <p:spPr>
          <a:xfrm>
            <a:off x="762000" y="6286500"/>
            <a:ext cx="7620000" cy="165100"/>
          </a:xfrm>
          <a:prstGeom prst="rect">
            <a:avLst/>
          </a:prstGeom>
          <a:noFill/>
          <a:ln/>
        </p:spPr>
        <p:txBody>
          <a:bodyPr wrap="square" lIns="0" tIns="0" rIns="0" bIns="0" rtlCol="0" anchor="t"/>
          <a:lstStyle/>
          <a:p>
            <a:pPr algn="l" indent="0" marL="0">
              <a:lnSpc>
                <a:spcPct val="112000"/>
              </a:lnSpc>
              <a:buNone/>
            </a:pPr>
            <a:r>
              <a:rPr lang="en-US" sz="900" dirty="0">
                <a:solidFill>
                  <a:srgbClr val="9A9AA1"/>
                </a:solidFill>
                <a:latin typeface="Consolas" pitchFamily="34" charset="0"/>
                <a:ea typeface="Consolas" pitchFamily="34" charset="-122"/>
                <a:cs typeface="Consolas" pitchFamily="34" charset="-120"/>
              </a:rPr>
              <a:t>— means it doesn’t take bookings, so it can’t double-book either.</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count"/>
          <p:cNvSpPr txBox="1"/>
          <p:nvPr/>
        </p:nvSpPr>
        <p:spPr>
          <a:xfrm>
            <a:off x="10795000" y="215900"/>
            <a:ext cx="635000" cy="254000"/>
          </a:xfrm>
          <a:prstGeom prst="rect">
            <a:avLst/>
          </a:prstGeom>
          <a:noFill/>
          <a:ln/>
        </p:spPr>
        <p:txBody>
          <a:bodyPr wrap="square" lIns="0" tIns="0" rIns="0" bIns="0" rtlCol="0" anchor="ctr"/>
          <a:lstStyle/>
          <a:p>
            <a:pPr algn="r" indent="0" marL="0">
              <a:buNone/>
            </a:pPr>
            <a:r>
              <a:rPr lang="en-US" sz="1000" dirty="0">
                <a:solidFill>
                  <a:srgbClr val="F0F0F3"/>
                </a:solidFill>
                <a:latin typeface="Consolas" pitchFamily="34" charset="0"/>
                <a:ea typeface="Consolas" pitchFamily="34" charset="-122"/>
                <a:cs typeface="Consolas" pitchFamily="34" charset="-120"/>
              </a:rPr>
              <a:t>15</a:t>
            </a:r>
            <a:pPr algn="r" indent="0" marL="0">
              <a:buNone/>
            </a:pPr>
            <a:r>
              <a:rPr lang="en-US" sz="1000" dirty="0">
                <a:solidFill>
                  <a:srgbClr val="5E5E67"/>
                </a:solidFill>
                <a:latin typeface="Consolas" pitchFamily="34" charset="0"/>
                <a:ea typeface="Consolas" pitchFamily="34" charset="-122"/>
                <a:cs typeface="Consolas" pitchFamily="34" charset="-120"/>
              </a:rPr>
              <a:t> / 15</a:t>
            </a:r>
            <a:endParaRPr lang="en-US" sz="1000" dirty="0"/>
          </a:p>
        </p:txBody>
      </p:sp>
      <p:sp>
        <p:nvSpPr>
          <p:cNvPr id="3" name="!!dot"/>
          <p:cNvSpPr/>
          <p:nvPr/>
        </p:nvSpPr>
        <p:spPr>
          <a:xfrm>
            <a:off x="11626850" y="6546850"/>
            <a:ext cx="114300" cy="114300"/>
          </a:xfrm>
          <a:prstGeom prst="ellipse">
            <a:avLst/>
          </a:prstGeom>
          <a:solidFill>
            <a:srgbClr val="D9A91A"/>
          </a:solidFill>
          <a:ln w="38100">
            <a:solidFill>
              <a:srgbClr val="FFD75A"/>
            </a:solidFill>
            <a:prstDash val="solid"/>
          </a:ln>
        </p:spPr>
      </p:sp>
      <p:sp>
        <p:nvSpPr>
          <p:cNvPr id="4" name="Text 2"/>
          <p:cNvSpPr txBox="1"/>
          <p:nvPr/>
        </p:nvSpPr>
        <p:spPr>
          <a:xfrm>
            <a:off x="762000" y="952500"/>
            <a:ext cx="5715000" cy="254000"/>
          </a:xfrm>
          <a:prstGeom prst="rect">
            <a:avLst/>
          </a:prstGeom>
          <a:noFill/>
          <a:ln/>
        </p:spPr>
        <p:txBody>
          <a:bodyPr wrap="square" lIns="0" tIns="0" rIns="0" bIns="0" rtlCol="0" anchor="t"/>
          <a:lstStyle/>
          <a:p>
            <a:pPr algn="l" indent="0" marL="0">
              <a:lnSpc>
                <a:spcPct val="112000"/>
              </a:lnSpc>
              <a:buNone/>
            </a:pPr>
            <a:r>
              <a:rPr lang="en-US" sz="1100" b="1" dirty="0">
                <a:solidFill>
                  <a:srgbClr val="F3CF6B"/>
                </a:solidFill>
                <a:latin typeface="Consolas" pitchFamily="34" charset="0"/>
                <a:ea typeface="Consolas" pitchFamily="34" charset="-122"/>
                <a:cs typeface="Consolas" pitchFamily="34" charset="-120"/>
              </a:rPr>
              <a:t>07</a:t>
            </a:r>
            <a:pPr algn="l" indent="0" marL="0">
              <a:lnSpc>
                <a:spcPct val="112000"/>
              </a:lnSpc>
              <a:buNone/>
            </a:pPr>
            <a:r>
              <a:rPr lang="en-US" sz="1100" dirty="0">
                <a:solidFill>
                  <a:srgbClr val="8A8A94"/>
                </a:solidFill>
                <a:latin typeface="Consolas" pitchFamily="34" charset="0"/>
                <a:ea typeface="Consolas" pitchFamily="34" charset="-122"/>
                <a:cs typeface="Consolas" pitchFamily="34" charset="-120"/>
              </a:rPr>
              <a:t>  ——  In one line</a:t>
            </a:r>
            <a:endParaRPr lang="en-US" sz="1100" dirty="0"/>
          </a:p>
        </p:txBody>
      </p:sp>
      <p:sp>
        <p:nvSpPr>
          <p:cNvPr id="5" name="Text 3"/>
          <p:cNvSpPr txBox="1"/>
          <p:nvPr/>
        </p:nvSpPr>
        <p:spPr>
          <a:xfrm>
            <a:off x="698500" y="1460500"/>
            <a:ext cx="9525000" cy="1651000"/>
          </a:xfrm>
          <a:prstGeom prst="rect">
            <a:avLst/>
          </a:prstGeom>
          <a:noFill/>
          <a:ln/>
        </p:spPr>
        <p:txBody>
          <a:bodyPr wrap="square" lIns="0" tIns="0" rIns="0" bIns="0" rtlCol="0" anchor="t"/>
          <a:lstStyle/>
          <a:p>
            <a:pPr algn="l" indent="0" marL="0">
              <a:lnSpc>
                <a:spcPct val="95000"/>
              </a:lnSpc>
              <a:buNone/>
            </a:pPr>
            <a:r>
              <a:rPr lang="en-US" sz="6000" spc="-300" kern="0" dirty="0">
                <a:solidFill>
                  <a:srgbClr val="F0F0F3"/>
                </a:solidFill>
                <a:latin typeface="Segoe UI Semibold" pitchFamily="34" charset="0"/>
                <a:ea typeface="Segoe UI Semibold" pitchFamily="34" charset="-122"/>
                <a:cs typeface="Segoe UI Semibold" pitchFamily="34" charset="-120"/>
              </a:rPr>
              <a:t>We built Arrivo because 9:58 kept happening.</a:t>
            </a:r>
            <a:endParaRPr lang="en-US" sz="6000" dirty="0"/>
          </a:p>
        </p:txBody>
      </p:sp>
      <p:sp>
        <p:nvSpPr>
          <p:cNvPr id="6" name="Text 4"/>
          <p:cNvSpPr txBox="1"/>
          <p:nvPr/>
        </p:nvSpPr>
        <p:spPr>
          <a:xfrm>
            <a:off x="762000" y="3302000"/>
            <a:ext cx="7620000" cy="762000"/>
          </a:xfrm>
          <a:prstGeom prst="rect">
            <a:avLst/>
          </a:prstGeom>
          <a:noFill/>
          <a:ln/>
        </p:spPr>
        <p:txBody>
          <a:bodyPr wrap="square" lIns="0" tIns="0" rIns="0" bIns="0" rtlCol="0" anchor="t"/>
          <a:lstStyle/>
          <a:p>
            <a:pPr algn="l" indent="0" marL="0">
              <a:lnSpc>
                <a:spcPct val="105000"/>
              </a:lnSpc>
              <a:buNone/>
            </a:pPr>
            <a:r>
              <a:rPr lang="en-US" sz="2600" spc="-80" kern="0" dirty="0">
                <a:solidFill>
                  <a:srgbClr val="FFD75A"/>
                </a:solidFill>
                <a:latin typeface="Segoe UI Semibold" pitchFamily="34" charset="0"/>
                <a:ea typeface="Segoe UI Semibold" pitchFamily="34" charset="-122"/>
                <a:cs typeface="Segoe UI Semibold" pitchFamily="34" charset="-120"/>
              </a:rPr>
              <a:t>It's different because you can see, book and hold one exact bay, before you even leave home.</a:t>
            </a:r>
            <a:endParaRPr lang="en-US" sz="2600" dirty="0"/>
          </a:p>
        </p:txBody>
      </p:sp>
      <p:sp>
        <p:nvSpPr>
          <p:cNvPr id="7" name="Shape 5"/>
          <p:cNvSpPr/>
          <p:nvPr/>
        </p:nvSpPr>
        <p:spPr>
          <a:xfrm>
            <a:off x="762000" y="4445000"/>
            <a:ext cx="2527300" cy="292100"/>
          </a:xfrm>
          <a:prstGeom prst="roundRect">
            <a:avLst>
              <a:gd name="adj" fmla="val 50000"/>
            </a:avLst>
          </a:prstGeom>
          <a:solidFill>
            <a:srgbClr val="17171D"/>
          </a:solidFill>
          <a:ln w="12700">
            <a:solidFill>
              <a:srgbClr val="3A3A42"/>
            </a:solidFill>
            <a:prstDash val="solid"/>
          </a:ln>
        </p:spPr>
      </p:sp>
      <p:sp>
        <p:nvSpPr>
          <p:cNvPr id="8" name="Text 6"/>
          <p:cNvSpPr txBox="1"/>
          <p:nvPr/>
        </p:nvSpPr>
        <p:spPr>
          <a:xfrm>
            <a:off x="762000" y="4445000"/>
            <a:ext cx="2527300" cy="292100"/>
          </a:xfrm>
          <a:prstGeom prst="rect">
            <a:avLst/>
          </a:prstGeom>
          <a:noFill/>
          <a:ln/>
        </p:spPr>
        <p:txBody>
          <a:bodyPr wrap="none" lIns="0" tIns="0" rIns="0" bIns="0" rtlCol="0" anchor="ctr"/>
          <a:lstStyle/>
          <a:p>
            <a:pPr algn="ctr" indent="0" marL="0">
              <a:buNone/>
            </a:pPr>
            <a:r>
              <a:rPr lang="en-US" sz="1300" dirty="0">
                <a:solidFill>
                  <a:srgbClr val="B7B7BF"/>
                </a:solidFill>
                <a:latin typeface="Segoe UI" pitchFamily="34" charset="0"/>
                <a:ea typeface="Segoe UI" pitchFamily="34" charset="-122"/>
                <a:cs typeface="Segoe UI" pitchFamily="34" charset="-120"/>
              </a:rPr>
              <a:t>SDG 11 · Sustainable cities</a:t>
            </a:r>
            <a:endParaRPr lang="en-US" sz="1300" dirty="0"/>
          </a:p>
        </p:txBody>
      </p:sp>
      <p:sp>
        <p:nvSpPr>
          <p:cNvPr id="9" name="Shape 7"/>
          <p:cNvSpPr/>
          <p:nvPr/>
        </p:nvSpPr>
        <p:spPr>
          <a:xfrm>
            <a:off x="3365500" y="4445000"/>
            <a:ext cx="2863850" cy="292100"/>
          </a:xfrm>
          <a:prstGeom prst="roundRect">
            <a:avLst>
              <a:gd name="adj" fmla="val 50000"/>
            </a:avLst>
          </a:prstGeom>
          <a:solidFill>
            <a:srgbClr val="17171D"/>
          </a:solidFill>
          <a:ln w="12700">
            <a:solidFill>
              <a:srgbClr val="3A3A42"/>
            </a:solidFill>
            <a:prstDash val="solid"/>
          </a:ln>
        </p:spPr>
      </p:sp>
      <p:sp>
        <p:nvSpPr>
          <p:cNvPr id="10" name="Text 8"/>
          <p:cNvSpPr txBox="1"/>
          <p:nvPr/>
        </p:nvSpPr>
        <p:spPr>
          <a:xfrm>
            <a:off x="3365500" y="4445000"/>
            <a:ext cx="2863850" cy="292100"/>
          </a:xfrm>
          <a:prstGeom prst="rect">
            <a:avLst/>
          </a:prstGeom>
          <a:noFill/>
          <a:ln/>
        </p:spPr>
        <p:txBody>
          <a:bodyPr wrap="none" lIns="0" tIns="0" rIns="0" bIns="0" rtlCol="0" anchor="ctr"/>
          <a:lstStyle/>
          <a:p>
            <a:pPr algn="ctr" indent="0" marL="0">
              <a:buNone/>
            </a:pPr>
            <a:r>
              <a:rPr lang="en-US" sz="1300" dirty="0">
                <a:solidFill>
                  <a:srgbClr val="B7B7BF"/>
                </a:solidFill>
                <a:latin typeface="Segoe UI" pitchFamily="34" charset="0"/>
                <a:ea typeface="Segoe UI" pitchFamily="34" charset="-122"/>
                <a:cs typeface="Segoe UI" pitchFamily="34" charset="-120"/>
              </a:rPr>
              <a:t>SDG 13 · Less idling, less fuel</a:t>
            </a:r>
            <a:endParaRPr lang="en-US" sz="1300" dirty="0"/>
          </a:p>
        </p:txBody>
      </p:sp>
      <p:sp>
        <p:nvSpPr>
          <p:cNvPr id="11" name="Shape 9"/>
          <p:cNvSpPr/>
          <p:nvPr/>
        </p:nvSpPr>
        <p:spPr>
          <a:xfrm>
            <a:off x="6305550" y="4445000"/>
            <a:ext cx="1682750" cy="292100"/>
          </a:xfrm>
          <a:prstGeom prst="roundRect">
            <a:avLst>
              <a:gd name="adj" fmla="val 50000"/>
            </a:avLst>
          </a:prstGeom>
          <a:solidFill>
            <a:srgbClr val="FFD75A"/>
          </a:solidFill>
          <a:ln w="12700">
            <a:solidFill>
              <a:srgbClr val="D9A91A"/>
            </a:solidFill>
            <a:prstDash val="solid"/>
          </a:ln>
        </p:spPr>
      </p:sp>
      <p:sp>
        <p:nvSpPr>
          <p:cNvPr id="12" name="Text 10"/>
          <p:cNvSpPr txBox="1"/>
          <p:nvPr/>
        </p:nvSpPr>
        <p:spPr>
          <a:xfrm>
            <a:off x="6305550" y="4445000"/>
            <a:ext cx="1682750" cy="292100"/>
          </a:xfrm>
          <a:prstGeom prst="rect">
            <a:avLst/>
          </a:prstGeom>
          <a:noFill/>
          <a:ln/>
        </p:spPr>
        <p:txBody>
          <a:bodyPr wrap="none" lIns="0" tIns="0" rIns="0" bIns="0" rtlCol="0" anchor="ctr"/>
          <a:lstStyle/>
          <a:p>
            <a:pPr algn="ctr" indent="0" marL="0">
              <a:buNone/>
            </a:pPr>
            <a:r>
              <a:rPr lang="en-US" sz="1300" b="1" dirty="0">
                <a:solidFill>
                  <a:srgbClr val="17170F"/>
                </a:solidFill>
                <a:latin typeface="Segoe UI" pitchFamily="34" charset="0"/>
                <a:ea typeface="Segoe UI" pitchFamily="34" charset="-122"/>
                <a:cs typeface="Segoe UI" pitchFamily="34" charset="-120"/>
              </a:rPr>
              <a:t>Ready for any lot</a:t>
            </a:r>
            <a:endParaRPr lang="en-US" sz="1300" dirty="0"/>
          </a:p>
        </p:txBody>
      </p:sp>
      <p:sp>
        <p:nvSpPr>
          <p:cNvPr id="13" name="Text 11"/>
          <p:cNvSpPr txBox="1"/>
          <p:nvPr/>
        </p:nvSpPr>
        <p:spPr>
          <a:xfrm>
            <a:off x="9525000" y="5588000"/>
            <a:ext cx="1524000" cy="444500"/>
          </a:xfrm>
          <a:prstGeom prst="rect">
            <a:avLst/>
          </a:prstGeom>
          <a:noFill/>
          <a:ln/>
        </p:spPr>
        <p:txBody>
          <a:bodyPr wrap="square" lIns="0" tIns="0" rIns="0" bIns="0" rtlCol="0" anchor="b"/>
          <a:lstStyle/>
          <a:p>
            <a:pPr algn="r" indent="0" marL="0">
              <a:lnSpc>
                <a:spcPct val="112000"/>
              </a:lnSpc>
              <a:buNone/>
            </a:pPr>
            <a:r>
              <a:rPr lang="en-US" sz="2700" spc="-100" kern="0" dirty="0">
                <a:solidFill>
                  <a:srgbClr val="F0F0F3"/>
                </a:solidFill>
                <a:latin typeface="Segoe UI Semibold" pitchFamily="34" charset="0"/>
                <a:ea typeface="Segoe UI Semibold" pitchFamily="34" charset="-122"/>
                <a:cs typeface="Segoe UI Semibold" pitchFamily="34" charset="-120"/>
              </a:rPr>
              <a:t>arrivo</a:t>
            </a:r>
            <a:endParaRPr lang="en-US" sz="2700" dirty="0"/>
          </a:p>
        </p:txBody>
      </p:sp>
      <p:sp>
        <p:nvSpPr>
          <p:cNvPr id="14" name="Shape 12"/>
          <p:cNvSpPr/>
          <p:nvPr/>
        </p:nvSpPr>
        <p:spPr>
          <a:xfrm>
            <a:off x="11099800" y="5905500"/>
            <a:ext cx="88900" cy="88900"/>
          </a:xfrm>
          <a:prstGeom prst="ellipse">
            <a:avLst/>
          </a:prstGeom>
          <a:solidFill>
            <a:srgbClr val="FFD75A"/>
          </a:solidFill>
          <a:ln w="12700">
            <a:solidFill>
              <a:srgbClr val="FFD75A"/>
            </a:solidFill>
            <a:prstDash val="solid"/>
          </a:ln>
        </p:spPr>
      </p:sp>
      <p:sp>
        <p:nvSpPr>
          <p:cNvPr id="15" name="Text 13"/>
          <p:cNvSpPr txBox="1"/>
          <p:nvPr/>
        </p:nvSpPr>
        <p:spPr>
          <a:xfrm>
            <a:off x="6985000" y="6108700"/>
            <a:ext cx="4445000" cy="190500"/>
          </a:xfrm>
          <a:prstGeom prst="rect">
            <a:avLst/>
          </a:prstGeom>
          <a:noFill/>
          <a:ln/>
        </p:spPr>
        <p:txBody>
          <a:bodyPr wrap="square" lIns="0" tIns="0" rIns="0" bIns="0" rtlCol="0" anchor="t"/>
          <a:lstStyle/>
          <a:p>
            <a:pPr algn="r" indent="0" marL="0">
              <a:lnSpc>
                <a:spcPct val="112000"/>
              </a:lnSpc>
              <a:buNone/>
            </a:pPr>
            <a:r>
              <a:rPr lang="en-US" sz="1000" dirty="0">
                <a:solidFill>
                  <a:srgbClr val="8A8A94"/>
                </a:solidFill>
                <a:latin typeface="Consolas" pitchFamily="34" charset="0"/>
                <a:ea typeface="Consolas" pitchFamily="34" charset="-122"/>
                <a:cs typeface="Consolas" pitchFamily="34" charset="-120"/>
              </a:rPr>
              <a:t>Team Arrivo · INNOTECH'26 · Category 6</a:t>
            </a:r>
            <a:endParaRPr lang="en-US" sz="1000" dirty="0"/>
          </a:p>
        </p:txBody>
      </p:sp>
      <p:sp>
        <p:nvSpPr>
          <p:cNvPr id="16" name="Text 14"/>
          <p:cNvSpPr txBox="1"/>
          <p:nvPr/>
        </p:nvSpPr>
        <p:spPr>
          <a:xfrm>
            <a:off x="762000" y="5715000"/>
            <a:ext cx="4445000" cy="381000"/>
          </a:xfrm>
          <a:prstGeom prst="rect">
            <a:avLst/>
          </a:prstGeom>
          <a:noFill/>
          <a:ln/>
        </p:spPr>
        <p:txBody>
          <a:bodyPr wrap="square" lIns="0" tIns="0" rIns="0" bIns="0" rtlCol="0" anchor="t"/>
          <a:lstStyle/>
          <a:p>
            <a:pPr algn="l" indent="0" marL="0">
              <a:lnSpc>
                <a:spcPct val="112000"/>
              </a:lnSpc>
              <a:buNone/>
            </a:pPr>
            <a:r>
              <a:rPr lang="en-US" sz="1600" dirty="0">
                <a:solidFill>
                  <a:srgbClr val="F3CF6B"/>
                </a:solidFill>
                <a:latin typeface="Segoe Print" pitchFamily="34" charset="0"/>
                <a:ea typeface="Segoe Print" pitchFamily="34" charset="-122"/>
                <a:cs typeface="Segoe Print" pitchFamily="34" charset="-120"/>
              </a:rPr>
              <a:t>thank you. ask us anything.</a:t>
            </a:r>
            <a:endParaRPr lang="en-US" sz="1600" dirty="0"/>
          </a:p>
        </p:txBody>
      </p:sp>
    </p:spTree>
  </p:cSld>
  <p:clrMapOvr>
    <a:masterClrMapping/>
  </p:clrMapOvr>
  <p:transition xmlns:p14="http://schemas.microsoft.com/office/powerpoint/2010/main" spd="slow" p14:dur="1100">
    <p:fade thruBlk="1"/>
  </p:transition>
</p:sld>
</file>

<file path=ppt/theme/theme1.xml><?xml version="1.0" encoding="utf-8"?>
<a:theme xmlns:a="http://schemas.openxmlformats.org/drawingml/2006/main" name="Arrivo">
  <a:themeElements>
    <a:clrScheme name="Arrivo">
      <a:dk1>
        <a:srgbClr val="121214"/>
      </a:dk1>
      <a:lt1>
        <a:srgbClr val="F4F4F1"/>
      </a:lt1>
      <a:dk2>
        <a:srgbClr val="3C3C42"/>
      </a:dk2>
      <a:lt2>
        <a:srgbClr val="EBEAE5"/>
      </a:lt2>
      <a:accent1>
        <a:srgbClr val="FFD75A"/>
      </a:accent1>
      <a:accent2>
        <a:srgbClr val="8A6400"/>
      </a:accent2>
      <a:accent3>
        <a:srgbClr val="62626A"/>
      </a:accent3>
      <a:accent4>
        <a:srgbClr val="9A9AA1"/>
      </a:accent4>
      <a:accent5>
        <a:srgbClr val="060608"/>
      </a:accent5>
      <a:accent6>
        <a:srgbClr val="D9A91A"/>
      </a:accent6>
      <a:hlink>
        <a:srgbClr val="8A6400"/>
      </a:hlink>
      <a:folHlink>
        <a:srgbClr val="62626A"/>
      </a:folHlink>
    </a:clrScheme>
    <a:fontScheme name="Arrivo">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Arrivo · why we made it, what makes it unique</dc:title>
  <dc:subject>Arrivo: book a parking bay like a seat</dc:subject>
  <dc:creator>Team Arrivo</dc:creator>
  <cp:lastModifiedBy>Team Arrivo</cp:lastModifiedBy>
  <cp:revision>1</cp:revision>
  <dcterms:created xsi:type="dcterms:W3CDTF">2026-10-21T17:48:54Z</dcterms:created>
  <dcterms:modified xsi:type="dcterms:W3CDTF">2026-10-21T17:48:54Z</dcterms:modified>
</cp:coreProperties>
</file>